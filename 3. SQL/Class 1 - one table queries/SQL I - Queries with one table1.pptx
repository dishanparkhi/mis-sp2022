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92" r:id="rId3"/>
    <p:sldId id="293" r:id="rId4"/>
    <p:sldId id="278" r:id="rId5"/>
    <p:sldId id="294" r:id="rId6"/>
    <p:sldId id="295" r:id="rId7"/>
    <p:sldId id="297" r:id="rId8"/>
    <p:sldId id="29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3B8055-7784-48FE-B058-3D5021352714}">
          <p14:sldIdLst/>
        </p14:section>
        <p14:section name="Default Section" id="{C892008D-43F3-4264-941F-487151B80BC1}">
          <p14:sldIdLst>
            <p14:sldId id="257"/>
            <p14:sldId id="292"/>
            <p14:sldId id="293"/>
          </p14:sldIdLst>
        </p14:section>
        <p14:section name="Queries basics" id="{C3E1B20A-0616-4A97-86B9-23F98D6E69CB}">
          <p14:sldIdLst>
            <p14:sldId id="278"/>
            <p14:sldId id="294"/>
            <p14:sldId id="295"/>
            <p14:sldId id="297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F74B2D5E-06A4-4E4D-B82F-6927ED32E74B}"/>
    <pc:docChg chg="modSld">
      <pc:chgData name="Disha Parkhi" userId="7ca7a02737f3c9a0" providerId="LiveId" clId="{F74B2D5E-06A4-4E4D-B82F-6927ED32E74B}" dt="2020-08-22T21:39:52.260" v="11" actId="20577"/>
      <pc:docMkLst>
        <pc:docMk/>
      </pc:docMkLst>
      <pc:sldChg chg="modSp mod">
        <pc:chgData name="Disha Parkhi" userId="7ca7a02737f3c9a0" providerId="LiveId" clId="{F74B2D5E-06A4-4E4D-B82F-6927ED32E74B}" dt="2020-08-22T21:39:52.260" v="11" actId="20577"/>
        <pc:sldMkLst>
          <pc:docMk/>
          <pc:sldMk cId="2685054212" sldId="257"/>
        </pc:sldMkLst>
        <pc:spChg chg="mod">
          <ac:chgData name="Disha Parkhi" userId="7ca7a02737f3c9a0" providerId="LiveId" clId="{F74B2D5E-06A4-4E4D-B82F-6927ED32E74B}" dt="2020-08-22T21:39:52.260" v="11" actId="20577"/>
          <ac:spMkLst>
            <pc:docMk/>
            <pc:sldMk cId="2685054212" sldId="257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22D17B-CB35-44AD-9E63-6606145C46A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407776-8380-4C0E-B231-C8B3BFA91602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000" dirty="0"/>
            <a:t>Data Manipulation</a:t>
          </a:r>
        </a:p>
      </dgm:t>
    </dgm:pt>
    <dgm:pt modelId="{620D9861-03B3-4498-9A37-D0F4BC20F4CD}" type="parTrans" cxnId="{A5D9405F-307D-4585-82B1-18BDF47D842A}">
      <dgm:prSet/>
      <dgm:spPr/>
      <dgm:t>
        <a:bodyPr/>
        <a:lstStyle/>
        <a:p>
          <a:endParaRPr lang="en-US" sz="2800"/>
        </a:p>
      </dgm:t>
    </dgm:pt>
    <dgm:pt modelId="{9999E51F-8700-4183-A27D-B5842B3AC720}" type="sibTrans" cxnId="{A5D9405F-307D-4585-82B1-18BDF47D842A}">
      <dgm:prSet/>
      <dgm:spPr/>
      <dgm:t>
        <a:bodyPr/>
        <a:lstStyle/>
        <a:p>
          <a:endParaRPr lang="en-US" sz="2800"/>
        </a:p>
      </dgm:t>
    </dgm:pt>
    <dgm:pt modelId="{D70DB787-F489-4998-B0C7-5FEE700CB2E7}">
      <dgm:prSet phldrT="[Text]" custT="1"/>
      <dgm:spPr/>
      <dgm:t>
        <a:bodyPr/>
        <a:lstStyle/>
        <a:p>
          <a:r>
            <a:rPr lang="en-US" sz="2000" dirty="0"/>
            <a:t>Data Definition</a:t>
          </a:r>
        </a:p>
      </dgm:t>
    </dgm:pt>
    <dgm:pt modelId="{8DFF38BF-4E4B-495D-82B7-E337422A8AA0}" type="parTrans" cxnId="{B377F70E-BDF2-4F96-B0E9-BCC891EFB88E}">
      <dgm:prSet/>
      <dgm:spPr/>
      <dgm:t>
        <a:bodyPr/>
        <a:lstStyle/>
        <a:p>
          <a:endParaRPr lang="en-US" sz="2800"/>
        </a:p>
      </dgm:t>
    </dgm:pt>
    <dgm:pt modelId="{9470756F-3741-4ED9-997A-880C3975CA9B}" type="sibTrans" cxnId="{B377F70E-BDF2-4F96-B0E9-BCC891EFB88E}">
      <dgm:prSet/>
      <dgm:spPr/>
      <dgm:t>
        <a:bodyPr/>
        <a:lstStyle/>
        <a:p>
          <a:endParaRPr lang="en-US" sz="2800"/>
        </a:p>
      </dgm:t>
    </dgm:pt>
    <dgm:pt modelId="{C06B4BF6-75B7-4241-A4D5-C668A224C5CA}">
      <dgm:prSet phldrT="[Text]" custT="1"/>
      <dgm:spPr/>
      <dgm:t>
        <a:bodyPr/>
        <a:lstStyle/>
        <a:p>
          <a:r>
            <a:rPr lang="en-US" sz="2000" dirty="0"/>
            <a:t>CREATE</a:t>
          </a:r>
        </a:p>
      </dgm:t>
    </dgm:pt>
    <dgm:pt modelId="{2DC546A2-2446-489B-9647-EAFF42BD9448}" type="parTrans" cxnId="{1B60D103-7572-40D4-8BED-C554952EE251}">
      <dgm:prSet/>
      <dgm:spPr/>
      <dgm:t>
        <a:bodyPr/>
        <a:lstStyle/>
        <a:p>
          <a:endParaRPr lang="en-US" sz="2800"/>
        </a:p>
      </dgm:t>
    </dgm:pt>
    <dgm:pt modelId="{00DDD64E-2840-4BD5-BED8-A2D3C2AED53F}" type="sibTrans" cxnId="{1B60D103-7572-40D4-8BED-C554952EE251}">
      <dgm:prSet/>
      <dgm:spPr/>
      <dgm:t>
        <a:bodyPr/>
        <a:lstStyle/>
        <a:p>
          <a:endParaRPr lang="en-US" sz="2800"/>
        </a:p>
      </dgm:t>
    </dgm:pt>
    <dgm:pt modelId="{C1D06F83-AFA6-4E54-A596-ADE0743BB152}">
      <dgm:prSet phldrT="[Text]" custT="1"/>
      <dgm:spPr>
        <a:ln>
          <a:solidFill>
            <a:srgbClr val="00B050"/>
          </a:solidFill>
        </a:ln>
      </dgm:spPr>
      <dgm:t>
        <a:bodyPr/>
        <a:lstStyle/>
        <a:p>
          <a:r>
            <a:rPr lang="en-US" sz="2000" dirty="0"/>
            <a:t>INSERT</a:t>
          </a:r>
        </a:p>
      </dgm:t>
    </dgm:pt>
    <dgm:pt modelId="{E65B2081-2E83-4303-BBD4-4F8D9220351D}" type="parTrans" cxnId="{C9B99B16-7AFF-4F5D-BB1C-D6E359A8C765}">
      <dgm:prSet/>
      <dgm:spPr/>
      <dgm:t>
        <a:bodyPr/>
        <a:lstStyle/>
        <a:p>
          <a:endParaRPr lang="en-US" sz="2800"/>
        </a:p>
      </dgm:t>
    </dgm:pt>
    <dgm:pt modelId="{F27EDE8A-CC11-4B99-9BAA-7001A6BE654D}" type="sibTrans" cxnId="{C9B99B16-7AFF-4F5D-BB1C-D6E359A8C765}">
      <dgm:prSet/>
      <dgm:spPr/>
      <dgm:t>
        <a:bodyPr/>
        <a:lstStyle/>
        <a:p>
          <a:endParaRPr lang="en-US" sz="2800"/>
        </a:p>
      </dgm:t>
    </dgm:pt>
    <dgm:pt modelId="{EB90A1CF-C143-4FB1-8DA7-A6DEAE4686D7}">
      <dgm:prSet phldrT="[Text]" custT="1"/>
      <dgm:spPr>
        <a:ln>
          <a:solidFill>
            <a:srgbClr val="00B050"/>
          </a:solidFill>
        </a:ln>
      </dgm:spPr>
      <dgm:t>
        <a:bodyPr/>
        <a:lstStyle/>
        <a:p>
          <a:r>
            <a:rPr lang="en-US" sz="2000" dirty="0"/>
            <a:t>UPDATE</a:t>
          </a:r>
        </a:p>
      </dgm:t>
    </dgm:pt>
    <dgm:pt modelId="{5270CE6C-3195-4F76-8CBB-EA8A3C9A9E2D}" type="parTrans" cxnId="{3290D504-FEC7-428B-889C-20A2FF4DB31D}">
      <dgm:prSet/>
      <dgm:spPr/>
      <dgm:t>
        <a:bodyPr/>
        <a:lstStyle/>
        <a:p>
          <a:endParaRPr lang="en-US" sz="2800"/>
        </a:p>
      </dgm:t>
    </dgm:pt>
    <dgm:pt modelId="{91660B4E-E661-43BB-ACE7-ED4A2E6B7922}" type="sibTrans" cxnId="{3290D504-FEC7-428B-889C-20A2FF4DB31D}">
      <dgm:prSet/>
      <dgm:spPr/>
      <dgm:t>
        <a:bodyPr/>
        <a:lstStyle/>
        <a:p>
          <a:endParaRPr lang="en-US" sz="2800"/>
        </a:p>
      </dgm:t>
    </dgm:pt>
    <dgm:pt modelId="{1183B4A4-9EE0-4E47-AF10-2AA08CCFD653}">
      <dgm:prSet phldrT="[Text]" custT="1"/>
      <dgm:spPr>
        <a:ln>
          <a:solidFill>
            <a:srgbClr val="00B050"/>
          </a:solidFill>
        </a:ln>
      </dgm:spPr>
      <dgm:t>
        <a:bodyPr/>
        <a:lstStyle/>
        <a:p>
          <a:r>
            <a:rPr lang="en-US" sz="2000" dirty="0"/>
            <a:t>DELETE</a:t>
          </a:r>
        </a:p>
      </dgm:t>
    </dgm:pt>
    <dgm:pt modelId="{BED8A308-E926-4B6B-B6AC-268FBD906696}" type="parTrans" cxnId="{43560A46-EA30-44BD-85CF-4FEE97189588}">
      <dgm:prSet/>
      <dgm:spPr/>
      <dgm:t>
        <a:bodyPr/>
        <a:lstStyle/>
        <a:p>
          <a:endParaRPr lang="en-US" sz="2800"/>
        </a:p>
      </dgm:t>
    </dgm:pt>
    <dgm:pt modelId="{58AE1626-8AAB-4922-9FE0-ADCF8C348AE7}" type="sibTrans" cxnId="{43560A46-EA30-44BD-85CF-4FEE97189588}">
      <dgm:prSet/>
      <dgm:spPr/>
      <dgm:t>
        <a:bodyPr/>
        <a:lstStyle/>
        <a:p>
          <a:endParaRPr lang="en-US" sz="2800"/>
        </a:p>
      </dgm:t>
    </dgm:pt>
    <dgm:pt modelId="{007BD94E-9C7C-4262-9F48-A0BBA676EE33}">
      <dgm:prSet phldrT="[Text]" custT="1"/>
      <dgm:spPr/>
      <dgm:t>
        <a:bodyPr/>
        <a:lstStyle/>
        <a:p>
          <a:r>
            <a:rPr lang="en-US" sz="2000" dirty="0"/>
            <a:t>ALTER</a:t>
          </a:r>
        </a:p>
      </dgm:t>
    </dgm:pt>
    <dgm:pt modelId="{FCD18852-B040-467A-BFC8-CE36FD152381}" type="parTrans" cxnId="{97F5F177-CD80-458E-84FF-FBF56C672C5F}">
      <dgm:prSet/>
      <dgm:spPr/>
      <dgm:t>
        <a:bodyPr/>
        <a:lstStyle/>
        <a:p>
          <a:endParaRPr lang="en-US" sz="2800"/>
        </a:p>
      </dgm:t>
    </dgm:pt>
    <dgm:pt modelId="{083F6E10-49BC-401B-92A2-24432A3A4B13}" type="sibTrans" cxnId="{97F5F177-CD80-458E-84FF-FBF56C672C5F}">
      <dgm:prSet/>
      <dgm:spPr/>
      <dgm:t>
        <a:bodyPr/>
        <a:lstStyle/>
        <a:p>
          <a:endParaRPr lang="en-US" sz="2800"/>
        </a:p>
      </dgm:t>
    </dgm:pt>
    <dgm:pt modelId="{CEFB1CF0-9FCA-4CDC-8591-6517832FB118}">
      <dgm:prSet phldrT="[Text]" custT="1"/>
      <dgm:spPr/>
      <dgm:t>
        <a:bodyPr/>
        <a:lstStyle/>
        <a:p>
          <a:r>
            <a:rPr lang="en-US" sz="2000" dirty="0"/>
            <a:t>DROP</a:t>
          </a:r>
        </a:p>
      </dgm:t>
    </dgm:pt>
    <dgm:pt modelId="{A5A3D48F-28EA-42A7-8A5E-4EB52793A128}" type="parTrans" cxnId="{DE527D23-0740-4300-A7F8-62EC296F5BEC}">
      <dgm:prSet/>
      <dgm:spPr/>
      <dgm:t>
        <a:bodyPr/>
        <a:lstStyle/>
        <a:p>
          <a:endParaRPr lang="en-US" sz="2800"/>
        </a:p>
      </dgm:t>
    </dgm:pt>
    <dgm:pt modelId="{A2396F30-85C9-4646-A47D-0283B8888D04}" type="sibTrans" cxnId="{DE527D23-0740-4300-A7F8-62EC296F5BEC}">
      <dgm:prSet/>
      <dgm:spPr/>
      <dgm:t>
        <a:bodyPr/>
        <a:lstStyle/>
        <a:p>
          <a:endParaRPr lang="en-US" sz="2800"/>
        </a:p>
      </dgm:t>
    </dgm:pt>
    <dgm:pt modelId="{B48C547F-79DE-48BA-BA91-436B7A4BD84A}">
      <dgm:prSet phldrT="[Text]" custT="1"/>
      <dgm:spPr>
        <a:solidFill>
          <a:srgbClr val="FF6600"/>
        </a:solidFill>
        <a:ln>
          <a:solidFill>
            <a:srgbClr val="FF6600"/>
          </a:solidFill>
        </a:ln>
      </dgm:spPr>
      <dgm:t>
        <a:bodyPr/>
        <a:lstStyle/>
        <a:p>
          <a:r>
            <a:rPr lang="en-US" sz="2000" dirty="0"/>
            <a:t>Queries</a:t>
          </a:r>
        </a:p>
      </dgm:t>
    </dgm:pt>
    <dgm:pt modelId="{6A59D585-F99C-4BF7-B9E4-2508CB312F95}" type="parTrans" cxnId="{91F59297-C53F-4556-B6C3-2B212C238E52}">
      <dgm:prSet/>
      <dgm:spPr/>
      <dgm:t>
        <a:bodyPr/>
        <a:lstStyle/>
        <a:p>
          <a:endParaRPr lang="en-US" sz="2800"/>
        </a:p>
      </dgm:t>
    </dgm:pt>
    <dgm:pt modelId="{EB3530D2-6C3E-4E60-9227-8F87BCB11F93}" type="sibTrans" cxnId="{91F59297-C53F-4556-B6C3-2B212C238E52}">
      <dgm:prSet/>
      <dgm:spPr/>
      <dgm:t>
        <a:bodyPr/>
        <a:lstStyle/>
        <a:p>
          <a:endParaRPr lang="en-US" sz="2800"/>
        </a:p>
      </dgm:t>
    </dgm:pt>
    <dgm:pt modelId="{003A4BD3-25A0-4F74-BEC5-21B4F0248E66}">
      <dgm:prSet phldrT="[Text]" custT="1"/>
      <dgm:spPr>
        <a:ln>
          <a:solidFill>
            <a:srgbClr val="FF6600"/>
          </a:solidFill>
        </a:ln>
      </dgm:spPr>
      <dgm:t>
        <a:bodyPr/>
        <a:lstStyle/>
        <a:p>
          <a:r>
            <a:rPr lang="en-US" sz="2000" dirty="0"/>
            <a:t>SELECT</a:t>
          </a:r>
        </a:p>
      </dgm:t>
    </dgm:pt>
    <dgm:pt modelId="{43E6C396-5D55-4932-99AA-5A0AA841185D}" type="parTrans" cxnId="{D33FFBBA-6DD3-4DBE-9181-19FE63BAFA0C}">
      <dgm:prSet/>
      <dgm:spPr/>
      <dgm:t>
        <a:bodyPr/>
        <a:lstStyle/>
        <a:p>
          <a:endParaRPr lang="en-US" sz="2800"/>
        </a:p>
      </dgm:t>
    </dgm:pt>
    <dgm:pt modelId="{FF18AF55-E970-42EC-AEE1-5C5D94CF4A3E}" type="sibTrans" cxnId="{D33FFBBA-6DD3-4DBE-9181-19FE63BAFA0C}">
      <dgm:prSet/>
      <dgm:spPr/>
      <dgm:t>
        <a:bodyPr/>
        <a:lstStyle/>
        <a:p>
          <a:endParaRPr lang="en-US" sz="2800"/>
        </a:p>
      </dgm:t>
    </dgm:pt>
    <dgm:pt modelId="{277C6BE3-E1CF-404A-8073-E96DAD08AB26}" type="pres">
      <dgm:prSet presAssocID="{6222D17B-CB35-44AD-9E63-6606145C46A1}" presName="linear" presStyleCnt="0">
        <dgm:presLayoutVars>
          <dgm:dir/>
          <dgm:animLvl val="lvl"/>
          <dgm:resizeHandles val="exact"/>
        </dgm:presLayoutVars>
      </dgm:prSet>
      <dgm:spPr/>
    </dgm:pt>
    <dgm:pt modelId="{6FA7D6CD-2D77-47E1-AC70-5F84AC2646E9}" type="pres">
      <dgm:prSet presAssocID="{B48C547F-79DE-48BA-BA91-436B7A4BD84A}" presName="parentLin" presStyleCnt="0"/>
      <dgm:spPr/>
    </dgm:pt>
    <dgm:pt modelId="{0D7259BE-DFA2-4695-8BEA-CEAF804B4E62}" type="pres">
      <dgm:prSet presAssocID="{B48C547F-79DE-48BA-BA91-436B7A4BD84A}" presName="parentLeftMargin" presStyleLbl="node1" presStyleIdx="0" presStyleCnt="3"/>
      <dgm:spPr/>
    </dgm:pt>
    <dgm:pt modelId="{F98FB560-C508-44ED-B0B9-5822D0C7C606}" type="pres">
      <dgm:prSet presAssocID="{B48C547F-79DE-48BA-BA91-436B7A4BD84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589199-86B6-44A2-9C95-063DBF385C67}" type="pres">
      <dgm:prSet presAssocID="{B48C547F-79DE-48BA-BA91-436B7A4BD84A}" presName="negativeSpace" presStyleCnt="0"/>
      <dgm:spPr/>
    </dgm:pt>
    <dgm:pt modelId="{9F8B4C74-BB68-4933-89FB-B5629DCE8773}" type="pres">
      <dgm:prSet presAssocID="{B48C547F-79DE-48BA-BA91-436B7A4BD84A}" presName="childText" presStyleLbl="conFgAcc1" presStyleIdx="0" presStyleCnt="3" custScaleX="79928">
        <dgm:presLayoutVars>
          <dgm:bulletEnabled val="1"/>
        </dgm:presLayoutVars>
      </dgm:prSet>
      <dgm:spPr/>
    </dgm:pt>
    <dgm:pt modelId="{D2BD5BA2-7DBD-4E2D-8DBF-93B4D358FFEB}" type="pres">
      <dgm:prSet presAssocID="{EB3530D2-6C3E-4E60-9227-8F87BCB11F93}" presName="spaceBetweenRectangles" presStyleCnt="0"/>
      <dgm:spPr/>
    </dgm:pt>
    <dgm:pt modelId="{82C55315-B1C9-4C39-BA5C-C78E79184535}" type="pres">
      <dgm:prSet presAssocID="{51407776-8380-4C0E-B231-C8B3BFA91602}" presName="parentLin" presStyleCnt="0"/>
      <dgm:spPr/>
    </dgm:pt>
    <dgm:pt modelId="{1B5BBB64-138A-4752-A91E-CCB4041B9F77}" type="pres">
      <dgm:prSet presAssocID="{51407776-8380-4C0E-B231-C8B3BFA91602}" presName="parentLeftMargin" presStyleLbl="node1" presStyleIdx="0" presStyleCnt="3"/>
      <dgm:spPr/>
    </dgm:pt>
    <dgm:pt modelId="{046B224D-E03E-4FF7-92A9-D5EBEF23BF6E}" type="pres">
      <dgm:prSet presAssocID="{51407776-8380-4C0E-B231-C8B3BFA916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AA7BF9-94E7-412E-A234-ADDE59B317DD}" type="pres">
      <dgm:prSet presAssocID="{51407776-8380-4C0E-B231-C8B3BFA91602}" presName="negativeSpace" presStyleCnt="0"/>
      <dgm:spPr/>
    </dgm:pt>
    <dgm:pt modelId="{ED51302E-CF0D-470F-9215-0BB79BAC0A9D}" type="pres">
      <dgm:prSet presAssocID="{51407776-8380-4C0E-B231-C8B3BFA91602}" presName="childText" presStyleLbl="conFgAcc1" presStyleIdx="1" presStyleCnt="3" custScaleX="79928">
        <dgm:presLayoutVars>
          <dgm:bulletEnabled val="1"/>
        </dgm:presLayoutVars>
      </dgm:prSet>
      <dgm:spPr/>
    </dgm:pt>
    <dgm:pt modelId="{171C5E92-708F-45F1-9B7E-6F32D9250424}" type="pres">
      <dgm:prSet presAssocID="{9999E51F-8700-4183-A27D-B5842B3AC720}" presName="spaceBetweenRectangles" presStyleCnt="0"/>
      <dgm:spPr/>
    </dgm:pt>
    <dgm:pt modelId="{7B0375EE-6021-4263-8816-C1DDB265FF39}" type="pres">
      <dgm:prSet presAssocID="{D70DB787-F489-4998-B0C7-5FEE700CB2E7}" presName="parentLin" presStyleCnt="0"/>
      <dgm:spPr/>
    </dgm:pt>
    <dgm:pt modelId="{608B9328-6CAC-47ED-86C3-7DA3BC481DBA}" type="pres">
      <dgm:prSet presAssocID="{D70DB787-F489-4998-B0C7-5FEE700CB2E7}" presName="parentLeftMargin" presStyleLbl="node1" presStyleIdx="1" presStyleCnt="3"/>
      <dgm:spPr/>
    </dgm:pt>
    <dgm:pt modelId="{AD6C56F3-39BD-48C4-BBA9-E706FAC6894C}" type="pres">
      <dgm:prSet presAssocID="{D70DB787-F489-4998-B0C7-5FEE700CB2E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AAFDA8A-9396-4994-85F1-35FF018F4FAA}" type="pres">
      <dgm:prSet presAssocID="{D70DB787-F489-4998-B0C7-5FEE700CB2E7}" presName="negativeSpace" presStyleCnt="0"/>
      <dgm:spPr/>
    </dgm:pt>
    <dgm:pt modelId="{2186FB40-BB1E-41B5-8F60-3A25E7BA408A}" type="pres">
      <dgm:prSet presAssocID="{D70DB787-F489-4998-B0C7-5FEE700CB2E7}" presName="childText" presStyleLbl="conFgAcc1" presStyleIdx="2" presStyleCnt="3" custScaleX="79928" custLinFactNeighborX="2736" custLinFactNeighborY="-17451">
        <dgm:presLayoutVars>
          <dgm:bulletEnabled val="1"/>
        </dgm:presLayoutVars>
      </dgm:prSet>
      <dgm:spPr/>
    </dgm:pt>
  </dgm:ptLst>
  <dgm:cxnLst>
    <dgm:cxn modelId="{1B60D103-7572-40D4-8BED-C554952EE251}" srcId="{D70DB787-F489-4998-B0C7-5FEE700CB2E7}" destId="{C06B4BF6-75B7-4241-A4D5-C668A224C5CA}" srcOrd="0" destOrd="0" parTransId="{2DC546A2-2446-489B-9647-EAFF42BD9448}" sibTransId="{00DDD64E-2840-4BD5-BED8-A2D3C2AED53F}"/>
    <dgm:cxn modelId="{3290D504-FEC7-428B-889C-20A2FF4DB31D}" srcId="{51407776-8380-4C0E-B231-C8B3BFA91602}" destId="{EB90A1CF-C143-4FB1-8DA7-A6DEAE4686D7}" srcOrd="1" destOrd="0" parTransId="{5270CE6C-3195-4F76-8CBB-EA8A3C9A9E2D}" sibTransId="{91660B4E-E661-43BB-ACE7-ED4A2E6B7922}"/>
    <dgm:cxn modelId="{77C2810C-3BFC-41FB-991D-36ADB6ECDB18}" type="presOf" srcId="{B48C547F-79DE-48BA-BA91-436B7A4BD84A}" destId="{F98FB560-C508-44ED-B0B9-5822D0C7C606}" srcOrd="1" destOrd="0" presId="urn:microsoft.com/office/officeart/2005/8/layout/list1"/>
    <dgm:cxn modelId="{67A29B0C-8D03-4240-9517-02F90E03CCF1}" type="presOf" srcId="{C1D06F83-AFA6-4E54-A596-ADE0743BB152}" destId="{ED51302E-CF0D-470F-9215-0BB79BAC0A9D}" srcOrd="0" destOrd="0" presId="urn:microsoft.com/office/officeart/2005/8/layout/list1"/>
    <dgm:cxn modelId="{B377F70E-BDF2-4F96-B0E9-BCC891EFB88E}" srcId="{6222D17B-CB35-44AD-9E63-6606145C46A1}" destId="{D70DB787-F489-4998-B0C7-5FEE700CB2E7}" srcOrd="2" destOrd="0" parTransId="{8DFF38BF-4E4B-495D-82B7-E337422A8AA0}" sibTransId="{9470756F-3741-4ED9-997A-880C3975CA9B}"/>
    <dgm:cxn modelId="{C9B99B16-7AFF-4F5D-BB1C-D6E359A8C765}" srcId="{51407776-8380-4C0E-B231-C8B3BFA91602}" destId="{C1D06F83-AFA6-4E54-A596-ADE0743BB152}" srcOrd="0" destOrd="0" parTransId="{E65B2081-2E83-4303-BBD4-4F8D9220351D}" sibTransId="{F27EDE8A-CC11-4B99-9BAA-7001A6BE654D}"/>
    <dgm:cxn modelId="{DE527D23-0740-4300-A7F8-62EC296F5BEC}" srcId="{D70DB787-F489-4998-B0C7-5FEE700CB2E7}" destId="{CEFB1CF0-9FCA-4CDC-8591-6517832FB118}" srcOrd="2" destOrd="0" parTransId="{A5A3D48F-28EA-42A7-8A5E-4EB52793A128}" sibTransId="{A2396F30-85C9-4646-A47D-0283B8888D04}"/>
    <dgm:cxn modelId="{92EAB638-FF69-48E8-B92D-4C74AA20F7A1}" type="presOf" srcId="{007BD94E-9C7C-4262-9F48-A0BBA676EE33}" destId="{2186FB40-BB1E-41B5-8F60-3A25E7BA408A}" srcOrd="0" destOrd="1" presId="urn:microsoft.com/office/officeart/2005/8/layout/list1"/>
    <dgm:cxn modelId="{A0E0683E-4FA7-4BF4-8C93-50666DB7B022}" type="presOf" srcId="{51407776-8380-4C0E-B231-C8B3BFA91602}" destId="{046B224D-E03E-4FF7-92A9-D5EBEF23BF6E}" srcOrd="1" destOrd="0" presId="urn:microsoft.com/office/officeart/2005/8/layout/list1"/>
    <dgm:cxn modelId="{A5D9405F-307D-4585-82B1-18BDF47D842A}" srcId="{6222D17B-CB35-44AD-9E63-6606145C46A1}" destId="{51407776-8380-4C0E-B231-C8B3BFA91602}" srcOrd="1" destOrd="0" parTransId="{620D9861-03B3-4498-9A37-D0F4BC20F4CD}" sibTransId="{9999E51F-8700-4183-A27D-B5842B3AC720}"/>
    <dgm:cxn modelId="{43560A46-EA30-44BD-85CF-4FEE97189588}" srcId="{51407776-8380-4C0E-B231-C8B3BFA91602}" destId="{1183B4A4-9EE0-4E47-AF10-2AA08CCFD653}" srcOrd="2" destOrd="0" parTransId="{BED8A308-E926-4B6B-B6AC-268FBD906696}" sibTransId="{58AE1626-8AAB-4922-9FE0-ADCF8C348AE7}"/>
    <dgm:cxn modelId="{6A4B6353-B6A8-473C-9DD6-B1DD80B52EE5}" type="presOf" srcId="{CEFB1CF0-9FCA-4CDC-8591-6517832FB118}" destId="{2186FB40-BB1E-41B5-8F60-3A25E7BA408A}" srcOrd="0" destOrd="2" presId="urn:microsoft.com/office/officeart/2005/8/layout/list1"/>
    <dgm:cxn modelId="{97F5F177-CD80-458E-84FF-FBF56C672C5F}" srcId="{D70DB787-F489-4998-B0C7-5FEE700CB2E7}" destId="{007BD94E-9C7C-4262-9F48-A0BBA676EE33}" srcOrd="1" destOrd="0" parTransId="{FCD18852-B040-467A-BFC8-CE36FD152381}" sibTransId="{083F6E10-49BC-401B-92A2-24432A3A4B13}"/>
    <dgm:cxn modelId="{DA223579-C8F6-4C7A-A50E-224EA1AC3097}" type="presOf" srcId="{EB90A1CF-C143-4FB1-8DA7-A6DEAE4686D7}" destId="{ED51302E-CF0D-470F-9215-0BB79BAC0A9D}" srcOrd="0" destOrd="1" presId="urn:microsoft.com/office/officeart/2005/8/layout/list1"/>
    <dgm:cxn modelId="{DF6BB07E-187F-45A9-8B87-0BF05C06BBF7}" type="presOf" srcId="{D70DB787-F489-4998-B0C7-5FEE700CB2E7}" destId="{608B9328-6CAC-47ED-86C3-7DA3BC481DBA}" srcOrd="0" destOrd="0" presId="urn:microsoft.com/office/officeart/2005/8/layout/list1"/>
    <dgm:cxn modelId="{0E5AEF88-63C1-4BD1-B0DF-977FAA7AA0DC}" type="presOf" srcId="{D70DB787-F489-4998-B0C7-5FEE700CB2E7}" destId="{AD6C56F3-39BD-48C4-BBA9-E706FAC6894C}" srcOrd="1" destOrd="0" presId="urn:microsoft.com/office/officeart/2005/8/layout/list1"/>
    <dgm:cxn modelId="{46F08C96-CBFC-44ED-93BD-B991534838D7}" type="presOf" srcId="{003A4BD3-25A0-4F74-BEC5-21B4F0248E66}" destId="{9F8B4C74-BB68-4933-89FB-B5629DCE8773}" srcOrd="0" destOrd="0" presId="urn:microsoft.com/office/officeart/2005/8/layout/list1"/>
    <dgm:cxn modelId="{91F59297-C53F-4556-B6C3-2B212C238E52}" srcId="{6222D17B-CB35-44AD-9E63-6606145C46A1}" destId="{B48C547F-79DE-48BA-BA91-436B7A4BD84A}" srcOrd="0" destOrd="0" parTransId="{6A59D585-F99C-4BF7-B9E4-2508CB312F95}" sibTransId="{EB3530D2-6C3E-4E60-9227-8F87BCB11F93}"/>
    <dgm:cxn modelId="{6379919F-89D9-4087-8480-4C3EF4D1F13D}" type="presOf" srcId="{1183B4A4-9EE0-4E47-AF10-2AA08CCFD653}" destId="{ED51302E-CF0D-470F-9215-0BB79BAC0A9D}" srcOrd="0" destOrd="2" presId="urn:microsoft.com/office/officeart/2005/8/layout/list1"/>
    <dgm:cxn modelId="{757ECFB3-9CD1-49EE-87C0-371C7AC60948}" type="presOf" srcId="{C06B4BF6-75B7-4241-A4D5-C668A224C5CA}" destId="{2186FB40-BB1E-41B5-8F60-3A25E7BA408A}" srcOrd="0" destOrd="0" presId="urn:microsoft.com/office/officeart/2005/8/layout/list1"/>
    <dgm:cxn modelId="{CAF4FDB6-287E-4F6A-AF4F-D4D88D151B66}" type="presOf" srcId="{B48C547F-79DE-48BA-BA91-436B7A4BD84A}" destId="{0D7259BE-DFA2-4695-8BEA-CEAF804B4E62}" srcOrd="0" destOrd="0" presId="urn:microsoft.com/office/officeart/2005/8/layout/list1"/>
    <dgm:cxn modelId="{D33FFBBA-6DD3-4DBE-9181-19FE63BAFA0C}" srcId="{B48C547F-79DE-48BA-BA91-436B7A4BD84A}" destId="{003A4BD3-25A0-4F74-BEC5-21B4F0248E66}" srcOrd="0" destOrd="0" parTransId="{43E6C396-5D55-4932-99AA-5A0AA841185D}" sibTransId="{FF18AF55-E970-42EC-AEE1-5C5D94CF4A3E}"/>
    <dgm:cxn modelId="{F0270FDD-F6BE-4CE9-AAE9-AFD222481DCA}" type="presOf" srcId="{51407776-8380-4C0E-B231-C8B3BFA91602}" destId="{1B5BBB64-138A-4752-A91E-CCB4041B9F77}" srcOrd="0" destOrd="0" presId="urn:microsoft.com/office/officeart/2005/8/layout/list1"/>
    <dgm:cxn modelId="{70068AFD-B4C1-4138-805F-2AB8CCA82965}" type="presOf" srcId="{6222D17B-CB35-44AD-9E63-6606145C46A1}" destId="{277C6BE3-E1CF-404A-8073-E96DAD08AB26}" srcOrd="0" destOrd="0" presId="urn:microsoft.com/office/officeart/2005/8/layout/list1"/>
    <dgm:cxn modelId="{14BEC94B-2552-4252-862A-C242FA442D24}" type="presParOf" srcId="{277C6BE3-E1CF-404A-8073-E96DAD08AB26}" destId="{6FA7D6CD-2D77-47E1-AC70-5F84AC2646E9}" srcOrd="0" destOrd="0" presId="urn:microsoft.com/office/officeart/2005/8/layout/list1"/>
    <dgm:cxn modelId="{0CF295E2-0396-4890-8021-CE6CB49D43DE}" type="presParOf" srcId="{6FA7D6CD-2D77-47E1-AC70-5F84AC2646E9}" destId="{0D7259BE-DFA2-4695-8BEA-CEAF804B4E62}" srcOrd="0" destOrd="0" presId="urn:microsoft.com/office/officeart/2005/8/layout/list1"/>
    <dgm:cxn modelId="{C63D5BDB-566C-48EE-A8D6-E2FB1203A9EE}" type="presParOf" srcId="{6FA7D6CD-2D77-47E1-AC70-5F84AC2646E9}" destId="{F98FB560-C508-44ED-B0B9-5822D0C7C606}" srcOrd="1" destOrd="0" presId="urn:microsoft.com/office/officeart/2005/8/layout/list1"/>
    <dgm:cxn modelId="{86223B26-7E97-4DC9-BED0-BE23E056125A}" type="presParOf" srcId="{277C6BE3-E1CF-404A-8073-E96DAD08AB26}" destId="{9C589199-86B6-44A2-9C95-063DBF385C67}" srcOrd="1" destOrd="0" presId="urn:microsoft.com/office/officeart/2005/8/layout/list1"/>
    <dgm:cxn modelId="{D88A6CE9-A712-49A0-A990-AAAA41A73FBC}" type="presParOf" srcId="{277C6BE3-E1CF-404A-8073-E96DAD08AB26}" destId="{9F8B4C74-BB68-4933-89FB-B5629DCE8773}" srcOrd="2" destOrd="0" presId="urn:microsoft.com/office/officeart/2005/8/layout/list1"/>
    <dgm:cxn modelId="{E9202968-72A4-4A7F-BB6B-9FA165DDED82}" type="presParOf" srcId="{277C6BE3-E1CF-404A-8073-E96DAD08AB26}" destId="{D2BD5BA2-7DBD-4E2D-8DBF-93B4D358FFEB}" srcOrd="3" destOrd="0" presId="urn:microsoft.com/office/officeart/2005/8/layout/list1"/>
    <dgm:cxn modelId="{CB4E9DD9-FF08-4C00-A79A-DC2FD4934428}" type="presParOf" srcId="{277C6BE3-E1CF-404A-8073-E96DAD08AB26}" destId="{82C55315-B1C9-4C39-BA5C-C78E79184535}" srcOrd="4" destOrd="0" presId="urn:microsoft.com/office/officeart/2005/8/layout/list1"/>
    <dgm:cxn modelId="{D4C4354F-D988-4610-9B99-DAF4901EF992}" type="presParOf" srcId="{82C55315-B1C9-4C39-BA5C-C78E79184535}" destId="{1B5BBB64-138A-4752-A91E-CCB4041B9F77}" srcOrd="0" destOrd="0" presId="urn:microsoft.com/office/officeart/2005/8/layout/list1"/>
    <dgm:cxn modelId="{08DCA3D4-8FFA-475A-8AAD-297DCC3EBBAC}" type="presParOf" srcId="{82C55315-B1C9-4C39-BA5C-C78E79184535}" destId="{046B224D-E03E-4FF7-92A9-D5EBEF23BF6E}" srcOrd="1" destOrd="0" presId="urn:microsoft.com/office/officeart/2005/8/layout/list1"/>
    <dgm:cxn modelId="{D1F6B4C5-CFCE-458F-94F0-230306606CB7}" type="presParOf" srcId="{277C6BE3-E1CF-404A-8073-E96DAD08AB26}" destId="{B2AA7BF9-94E7-412E-A234-ADDE59B317DD}" srcOrd="5" destOrd="0" presId="urn:microsoft.com/office/officeart/2005/8/layout/list1"/>
    <dgm:cxn modelId="{19D741CC-C9CE-43A0-954D-D36C1F2A211F}" type="presParOf" srcId="{277C6BE3-E1CF-404A-8073-E96DAD08AB26}" destId="{ED51302E-CF0D-470F-9215-0BB79BAC0A9D}" srcOrd="6" destOrd="0" presId="urn:microsoft.com/office/officeart/2005/8/layout/list1"/>
    <dgm:cxn modelId="{EFC7419F-A76F-444B-99F4-52535279A14F}" type="presParOf" srcId="{277C6BE3-E1CF-404A-8073-E96DAD08AB26}" destId="{171C5E92-708F-45F1-9B7E-6F32D9250424}" srcOrd="7" destOrd="0" presId="urn:microsoft.com/office/officeart/2005/8/layout/list1"/>
    <dgm:cxn modelId="{732AC522-4E6D-4F29-AF10-6464F41DBA06}" type="presParOf" srcId="{277C6BE3-E1CF-404A-8073-E96DAD08AB26}" destId="{7B0375EE-6021-4263-8816-C1DDB265FF39}" srcOrd="8" destOrd="0" presId="urn:microsoft.com/office/officeart/2005/8/layout/list1"/>
    <dgm:cxn modelId="{0F144DAC-1F74-4ACA-BF89-FFD7D5BAE950}" type="presParOf" srcId="{7B0375EE-6021-4263-8816-C1DDB265FF39}" destId="{608B9328-6CAC-47ED-86C3-7DA3BC481DBA}" srcOrd="0" destOrd="0" presId="urn:microsoft.com/office/officeart/2005/8/layout/list1"/>
    <dgm:cxn modelId="{7B92AA1A-8C48-4BEC-A28B-D0D217F134FC}" type="presParOf" srcId="{7B0375EE-6021-4263-8816-C1DDB265FF39}" destId="{AD6C56F3-39BD-48C4-BBA9-E706FAC6894C}" srcOrd="1" destOrd="0" presId="urn:microsoft.com/office/officeart/2005/8/layout/list1"/>
    <dgm:cxn modelId="{A81DEC81-1283-4B3E-B596-94A75DB084E5}" type="presParOf" srcId="{277C6BE3-E1CF-404A-8073-E96DAD08AB26}" destId="{CAAFDA8A-9396-4994-85F1-35FF018F4FAA}" srcOrd="9" destOrd="0" presId="urn:microsoft.com/office/officeart/2005/8/layout/list1"/>
    <dgm:cxn modelId="{172C72E6-E825-41D8-B19A-0F7073C1F7AD}" type="presParOf" srcId="{277C6BE3-E1CF-404A-8073-E96DAD08AB26}" destId="{2186FB40-BB1E-41B5-8F60-3A25E7BA408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22F58-BC02-412C-A3AB-2F437D6566BE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7FF3F-280E-44D4-BBB2-F32A60D17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38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8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1BDB-E4E8-43FB-AF65-6D37B8536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D588A-A6EE-4403-BEA6-774A796F8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3931B-0AB1-49E0-9759-7D643850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BD081-2F46-44E9-ABFA-61BEE6AC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0606-011A-4CA0-A0A8-2CD253B4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3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94B4-599A-4F29-99B8-B6F9A903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E02FA-A0A2-46E9-A45B-FC7E6EB89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C3207-62E4-4B7F-84C1-23BCFB14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EBB24-A2D8-4DE0-8B41-BF20037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61AFD-338D-4139-977F-AD12503A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4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856C4-BBD8-4E4B-9B99-4C4A56F3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D6DAD-AB6C-42BB-99EB-2012DA228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37264-B10F-4E88-8C7A-A1E59069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C8AF-9457-4045-8BF2-94CEBDDA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7B117-F539-4697-B9C7-55E2A327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1952-E8B1-4CB1-B9FB-0D4CB7C2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44F48-09F2-42DC-A06C-091117B4C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050B5-0AEA-46EB-AFC5-BA3291448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A3657-D8C4-4F78-9CCA-5080B272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4BCA3-9F37-4C4C-BD94-1325D6C9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011F7-6D82-49A0-A6C5-83E9F234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0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8BE2-DB6C-421C-8110-1625DB7A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A30A3-C2D2-4FB2-BDE6-FE2D4CFEE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486B4-EF12-497D-93AD-FA9BCDCE3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5B244-7781-43F8-ACFC-E8E910970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FB7C7-60BB-484D-AA0A-3D82179AC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F70E9-9621-4626-9B50-53C4F28A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6BBCD-96CD-4C86-8938-062C01DA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88F6B4-F9D7-465B-A397-2E08BDD0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8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EC0C-53A6-4081-BBC6-DF913EB1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9F563-BF12-4EC8-8E7B-BA41D55F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F70E6-5D88-47AE-9F64-0F854968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A9F10-CE45-4B0A-80CB-129F54271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67A0DA-CC42-4CBE-8BD5-0606052F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53234-3562-4CCC-94E1-37B3BA76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800EC-55E7-4F15-916A-3970DCF8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9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8168-5F6E-474D-BDCA-003FF1C7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EDF7E-4A26-49DF-8C93-127A4C324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55DC6-3A78-463D-904C-2602645E5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D51D9-7D04-44DC-899C-D8E44AD5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7401B-C85D-477F-91D6-56CCEFB1C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CAE6B-49B6-464E-81F8-47B433E8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7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902E-743C-48EA-B3FC-F9CF74C5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CC6BB-BE18-4C02-A7D6-8FD745898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9C03-89A3-4C3D-A1AF-87EF4AD9E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90465-4460-4DA3-993A-EE5043E8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E5AEC-BB6A-4837-9809-8F01453D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5D6D8-E3E2-40D6-B0FC-4028ECA6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C0FA-2758-4216-A5F3-B17CD4F0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524F9-14FF-42A5-929B-DDE90824D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D4B58-7DDF-4CB6-9435-9B19164A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9B6B7-6BDF-41FF-AE58-93486C98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2AFC-CA41-4712-8BE1-E2C84D72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739B2-C415-4F11-B26C-341D55403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14963-6C36-4ADA-88B7-D1E404411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45AE0-1739-4612-A5CF-0E6F1D89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0768B-7EC0-433C-A7FD-0F8EB61F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859DC-6CFF-481B-AD97-05331E50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1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939C6B-EF30-43C8-A001-A6482D65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38F3-23E5-4A76-9B5B-07D95D13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8CD44-7FE3-4C05-AF8C-F432BE998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1E26E-8D1C-4CD0-A8A7-13AEB6359E39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F8909-9AA9-4F82-8EE1-3425EF99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31246-938B-434B-A723-78034127B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43193-E81E-4310-9401-D93DC5C1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8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I - </a:t>
            </a:r>
            <a:r>
              <a:rPr lang="en-US" dirty="0"/>
              <a:t>Queries with </a:t>
            </a:r>
            <a:r>
              <a:rPr lang="en-US" u="sng"/>
              <a:t>one</a:t>
            </a:r>
            <a:r>
              <a:rPr lang="en-US"/>
              <a:t> table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Management Information Systems</a:t>
            </a:r>
          </a:p>
          <a:p>
            <a:r>
              <a:rPr lang="en-US"/>
              <a:t>Disha Parkhi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7" y="2157732"/>
            <a:ext cx="4252081" cy="37661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Introduction to SQL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SQL Queries Basics – queries with one table only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Sorting and filtering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6437523" y="2026444"/>
            <a:ext cx="4032173" cy="2468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sz="2300" i="1" dirty="0"/>
              <a:t> </a:t>
            </a:r>
            <a:r>
              <a:rPr lang="en-US" sz="2300" i="1"/>
              <a:t>Posted notes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sz="2300" i="1"/>
              <a:t>Book </a:t>
            </a:r>
            <a:r>
              <a:rPr lang="en-US" sz="2300" i="1" dirty="0"/>
              <a:t>chapter 10: pp.215-218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3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850" y="67641"/>
            <a:ext cx="8079581" cy="113155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 dirty="0"/>
              <a:t>Structured Query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850" y="1466337"/>
            <a:ext cx="5394855" cy="4909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SQL is a programming language designed for managing data held in a relational database management system: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SQL has several major pieces, namely: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b="1" i="1" dirty="0"/>
              <a:t>Queries</a:t>
            </a:r>
            <a:r>
              <a:rPr lang="en-US" sz="2000" dirty="0"/>
              <a:t>: extracting information from one or more tables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b="1" i="1" dirty="0"/>
              <a:t>Data definition</a:t>
            </a:r>
            <a:r>
              <a:rPr lang="en-US" sz="2000" dirty="0"/>
              <a:t>: creating, changing and deleting tables and their attributes.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b="1" i="1" dirty="0"/>
              <a:t>Data manipulation</a:t>
            </a:r>
            <a:r>
              <a:rPr lang="en-US" sz="2000" dirty="0"/>
              <a:t>: operations that modify the records of tables: inserting, updating and deleting records.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4" name="Diagram 3"/>
          <p:cNvGraphicFramePr/>
          <p:nvPr/>
        </p:nvGraphicFramePr>
        <p:xfrm>
          <a:off x="7577071" y="1269301"/>
          <a:ext cx="3090930" cy="4964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949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in 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i="1" dirty="0" err="1"/>
              <a:t>StaffAndOrders</a:t>
            </a:r>
            <a:r>
              <a:rPr lang="en-US" sz="3600" i="1" dirty="0"/>
              <a:t> – clean.accdb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1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334777"/>
            <a:ext cx="8079581" cy="999753"/>
          </a:xfrm>
        </p:spPr>
        <p:txBody>
          <a:bodyPr/>
          <a:lstStyle/>
          <a:p>
            <a:r>
              <a:rPr lang="en-US" dirty="0"/>
              <a:t>Retrieve data: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6" y="1639331"/>
            <a:ext cx="8065294" cy="4917988"/>
          </a:xfrm>
        </p:spPr>
        <p:txBody>
          <a:bodyPr>
            <a:noAutofit/>
          </a:bodyPr>
          <a:lstStyle/>
          <a:p>
            <a:pPr marL="1937160" lvl="8" indent="0">
              <a:spcBef>
                <a:spcPts val="0"/>
              </a:spcBef>
              <a:buNone/>
            </a:pPr>
            <a:r>
              <a:rPr lang="en-US" sz="2400" dirty="0">
                <a:ea typeface="Times New Roman" panose="02020603050405020304" pitchFamily="18" charset="0"/>
              </a:rPr>
              <a:t>	</a:t>
            </a:r>
            <a:r>
              <a:rPr lang="en-US" sz="2800" dirty="0">
                <a:ea typeface="Times New Roman" panose="02020603050405020304" pitchFamily="18" charset="0"/>
              </a:rPr>
              <a:t>SELECT   </a:t>
            </a:r>
            <a:r>
              <a:rPr lang="en-US" sz="2800" i="1" dirty="0">
                <a:ea typeface="Times New Roman" panose="02020603050405020304" pitchFamily="18" charset="0"/>
              </a:rPr>
              <a:t>expression(s)</a:t>
            </a:r>
            <a:endParaRPr lang="en-US" sz="2800" dirty="0">
              <a:ea typeface="Times New Roman" panose="02020603050405020304" pitchFamily="18" charset="0"/>
            </a:endParaRPr>
          </a:p>
          <a:p>
            <a:pPr marL="1937160" lvl="8" indent="0">
              <a:spcBef>
                <a:spcPts val="0"/>
              </a:spcBef>
              <a:buNone/>
            </a:pPr>
            <a:r>
              <a:rPr lang="en-US" sz="2800" dirty="0">
                <a:ea typeface="Times New Roman" panose="02020603050405020304" pitchFamily="18" charset="0"/>
              </a:rPr>
              <a:t>	FROM     </a:t>
            </a:r>
            <a:r>
              <a:rPr lang="en-US" sz="2800" i="1" dirty="0">
                <a:ea typeface="Times New Roman" panose="02020603050405020304" pitchFamily="18" charset="0"/>
              </a:rPr>
              <a:t>table(s)</a:t>
            </a:r>
            <a:r>
              <a:rPr lang="en-US" sz="2800" dirty="0">
                <a:ea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sz="2200" dirty="0"/>
              <a:t>SELECT – specifies the fields/calculated fields to include in the query</a:t>
            </a:r>
          </a:p>
          <a:p>
            <a:r>
              <a:rPr lang="en-US" sz="2200" dirty="0"/>
              <a:t>FROM – indicates the table(s) to retrieve the data from those fields</a:t>
            </a:r>
          </a:p>
          <a:p>
            <a:pPr marL="0" indent="0">
              <a:buNone/>
            </a:pPr>
            <a:endParaRPr lang="en-US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 S</a:t>
            </a:r>
            <a:r>
              <a:rPr lang="en-US" sz="2200" dirty="0"/>
              <a:t>pace and line breaks have no effect on the meaning on an SQL statement. Also SQL commands are case </a:t>
            </a:r>
            <a:r>
              <a:rPr lang="en-US" sz="2200" dirty="0" err="1"/>
              <a:t>insentitive</a:t>
            </a:r>
            <a:r>
              <a:rPr lang="en-US" sz="22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1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334777"/>
            <a:ext cx="8079581" cy="999753"/>
          </a:xfrm>
        </p:spPr>
        <p:txBody>
          <a:bodyPr/>
          <a:lstStyle/>
          <a:p>
            <a:r>
              <a:rPr lang="en-US" dirty="0"/>
              <a:t>Retrieve, filter, and sort data: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206" y="1639331"/>
            <a:ext cx="8065294" cy="4917988"/>
          </a:xfrm>
        </p:spPr>
        <p:txBody>
          <a:bodyPr>
            <a:noAutofit/>
          </a:bodyPr>
          <a:lstStyle/>
          <a:p>
            <a:pPr marL="1937160" lvl="8" indent="0">
              <a:spcBef>
                <a:spcPts val="0"/>
              </a:spcBef>
              <a:buNone/>
            </a:pPr>
            <a:r>
              <a:rPr lang="en-US" sz="2400" dirty="0">
                <a:ea typeface="Times New Roman" panose="02020603050405020304" pitchFamily="18" charset="0"/>
              </a:rPr>
              <a:t>	</a:t>
            </a:r>
            <a:r>
              <a:rPr lang="en-US" sz="2800" dirty="0">
                <a:ea typeface="Times New Roman" panose="02020603050405020304" pitchFamily="18" charset="0"/>
              </a:rPr>
              <a:t>SELECT   </a:t>
            </a:r>
            <a:r>
              <a:rPr lang="en-US" sz="2800" i="1" dirty="0">
                <a:ea typeface="Times New Roman" panose="02020603050405020304" pitchFamily="18" charset="0"/>
              </a:rPr>
              <a:t>expression(s)</a:t>
            </a:r>
            <a:endParaRPr lang="en-US" sz="2800" dirty="0">
              <a:ea typeface="Times New Roman" panose="02020603050405020304" pitchFamily="18" charset="0"/>
            </a:endParaRPr>
          </a:p>
          <a:p>
            <a:pPr marL="1937160" lvl="8" indent="0">
              <a:spcBef>
                <a:spcPts val="0"/>
              </a:spcBef>
              <a:buNone/>
            </a:pPr>
            <a:r>
              <a:rPr lang="en-US" sz="2800" dirty="0">
                <a:ea typeface="Times New Roman" panose="02020603050405020304" pitchFamily="18" charset="0"/>
              </a:rPr>
              <a:t>	FROM     </a:t>
            </a:r>
            <a:r>
              <a:rPr lang="en-US" sz="2800" i="1" dirty="0">
                <a:ea typeface="Times New Roman" panose="02020603050405020304" pitchFamily="18" charset="0"/>
              </a:rPr>
              <a:t>table(s)</a:t>
            </a:r>
            <a:endParaRPr lang="en-US" sz="2800" dirty="0">
              <a:ea typeface="Times New Roman" panose="02020603050405020304" pitchFamily="18" charset="0"/>
            </a:endParaRPr>
          </a:p>
          <a:p>
            <a:pPr marL="1937160" lvl="8" indent="0">
              <a:spcBef>
                <a:spcPts val="0"/>
              </a:spcBef>
              <a:buNone/>
            </a:pPr>
            <a:r>
              <a:rPr lang="en-US" sz="2800" dirty="0">
                <a:ea typeface="Times New Roman" panose="02020603050405020304" pitchFamily="18" charset="0"/>
              </a:rPr>
              <a:t>	WHERE    </a:t>
            </a:r>
            <a:r>
              <a:rPr lang="en-US" sz="2800" i="1" dirty="0" err="1">
                <a:ea typeface="Times New Roman" panose="02020603050405020304" pitchFamily="18" charset="0"/>
              </a:rPr>
              <a:t>logical_condition</a:t>
            </a:r>
            <a:r>
              <a:rPr lang="en-US" sz="2800" i="1" dirty="0">
                <a:ea typeface="Times New Roman" panose="02020603050405020304" pitchFamily="18" charset="0"/>
              </a:rPr>
              <a:t>(s)</a:t>
            </a:r>
            <a:endParaRPr lang="en-US" sz="2800" dirty="0">
              <a:ea typeface="Times New Roman" panose="02020603050405020304" pitchFamily="18" charset="0"/>
            </a:endParaRPr>
          </a:p>
          <a:p>
            <a:pPr marL="1937160" lvl="8" indent="0">
              <a:spcBef>
                <a:spcPts val="0"/>
              </a:spcBef>
              <a:buNone/>
            </a:pPr>
            <a:r>
              <a:rPr lang="en-US" sz="2800" dirty="0">
                <a:ea typeface="Times New Roman" panose="02020603050405020304" pitchFamily="18" charset="0"/>
              </a:rPr>
              <a:t>	ORDER BY </a:t>
            </a:r>
            <a:r>
              <a:rPr lang="en-US" sz="2800" i="1" dirty="0">
                <a:ea typeface="Times New Roman" panose="02020603050405020304" pitchFamily="18" charset="0"/>
              </a:rPr>
              <a:t>expression(s) </a:t>
            </a:r>
            <a:r>
              <a:rPr lang="en-US" sz="2800" dirty="0">
                <a:ea typeface="Times New Roman" panose="02020603050405020304" pitchFamily="18" charset="0"/>
              </a:rPr>
              <a:t>;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WHERE – sets the criteria to filter the records displayed</a:t>
            </a:r>
          </a:p>
          <a:p>
            <a:r>
              <a:rPr lang="en-US" sz="2200" dirty="0"/>
              <a:t>ORDER BY – determines how the records will be sorted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 The SQL words have to be used in this order!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2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5669" y="155919"/>
            <a:ext cx="8079581" cy="757767"/>
          </a:xfrm>
        </p:spPr>
        <p:txBody>
          <a:bodyPr>
            <a:normAutofit/>
          </a:bodyPr>
          <a:lstStyle/>
          <a:p>
            <a:r>
              <a:rPr lang="en-US" dirty="0"/>
              <a:t>Let’s make a query that shows…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1" y="1016717"/>
            <a:ext cx="9272789" cy="4982375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names of the employees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only the employees whose Department is Marketing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only the employees whose Salary is higher than $80,000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only the employees whose job rating is either 4 or 5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a list of the departments of the company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name and salary of the employees, sorted by salary in ascending order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name and salary of the employees, sorted by salary in descending order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name and salary of the employees sorted first by last name and then by first name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names and the salary divided by the job rating.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  <a:p>
            <a:fld id="{87F3E754-1C97-4481-A18C-9D97ADBDF34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1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920" y="231355"/>
            <a:ext cx="8518879" cy="820698"/>
          </a:xfrm>
        </p:spPr>
        <p:txBody>
          <a:bodyPr>
            <a:normAutofit/>
          </a:bodyPr>
          <a:lstStyle/>
          <a:p>
            <a:r>
              <a:rPr lang="en-US" dirty="0"/>
              <a:t>Other things covered in this class: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4717" y="1151046"/>
            <a:ext cx="8375037" cy="50514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Calculated fields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Aliases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Dealing with field and table names with spaces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Writing logical conditions for different </a:t>
            </a:r>
            <a:r>
              <a:rPr lang="en-US" dirty="0" err="1"/>
              <a:t>datafields</a:t>
            </a:r>
            <a:endParaRPr lang="en-US" dirty="0"/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Combining logical conditions with AND </a:t>
            </a:r>
            <a:r>
              <a:rPr lang="en-US" dirty="0" err="1"/>
              <a:t>and</a:t>
            </a:r>
            <a:r>
              <a:rPr lang="en-US" dirty="0"/>
              <a:t> OR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Wildcard *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SELECT DISTINCT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r>
              <a:rPr lang="en-US" dirty="0"/>
              <a:t> Other logical operators: BETWEEN…AND…, IS NULL, IN, and NOT</a:t>
            </a:r>
          </a:p>
          <a:p>
            <a:pPr>
              <a:lnSpc>
                <a:spcPct val="150000"/>
              </a:lnSpc>
              <a:buSzPct val="80000"/>
              <a:buFont typeface="Wingdings" panose="05000000000000000000" pitchFamily="2" charset="2"/>
              <a:buChar char="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14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SQL I - Queries with one table</vt:lpstr>
      <vt:lpstr>Outline</vt:lpstr>
      <vt:lpstr>Structured Query Language</vt:lpstr>
      <vt:lpstr>Queries in SQL</vt:lpstr>
      <vt:lpstr>Retrieve data:</vt:lpstr>
      <vt:lpstr>Retrieve, filter, and sort data:</vt:lpstr>
      <vt:lpstr>Let’s make a query that shows…</vt:lpstr>
      <vt:lpstr>Other things covered in this class: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 - Queries with one table</dc:title>
  <dc:creator>Disha Parkhi</dc:creator>
  <cp:lastModifiedBy>Disha Parkhi</cp:lastModifiedBy>
  <cp:revision>1</cp:revision>
  <dcterms:created xsi:type="dcterms:W3CDTF">2020-08-22T21:39:26Z</dcterms:created>
  <dcterms:modified xsi:type="dcterms:W3CDTF">2020-08-22T21:39:54Z</dcterms:modified>
</cp:coreProperties>
</file>
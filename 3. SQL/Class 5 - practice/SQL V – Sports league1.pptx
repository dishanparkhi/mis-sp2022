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92" r:id="rId3"/>
    <p:sldId id="260" r:id="rId4"/>
    <p:sldId id="294" r:id="rId5"/>
    <p:sldId id="264" r:id="rId6"/>
    <p:sldId id="263" r:id="rId7"/>
    <p:sldId id="293"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C60EB0DD-F8AE-47D8-8B10-DFC6F8385CE5}">
          <p14:sldIdLst/>
        </p14:section>
        <p14:section name="Default Section" id="{C892008D-43F3-4264-941F-487151B80BC1}">
          <p14:sldIdLst>
            <p14:sldId id="257"/>
            <p14:sldId id="292"/>
            <p14:sldId id="260"/>
            <p14:sldId id="294"/>
          </p14:sldIdLst>
        </p14:section>
        <p14:section name="Practice" id="{B9317CBC-1BC3-4807-AEEA-BCA73CECDE46}">
          <p14:sldIdLst>
            <p14:sldId id="264"/>
            <p14:sldId id="263"/>
            <p14:sldId id="293"/>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72" d="100"/>
          <a:sy n="72" d="100"/>
        </p:scale>
        <p:origin x="660"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FA6F85-7E4D-4B61-8485-5DF87778E83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3E69BFFA-D591-4AF2-856F-A766736D474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F02B58C-D764-4BE6-8F6F-DC855B7DCB62}"/>
              </a:ext>
            </a:extLst>
          </p:cNvPr>
          <p:cNvSpPr>
            <a:spLocks noGrp="1"/>
          </p:cNvSpPr>
          <p:nvPr>
            <p:ph type="dt" sz="half" idx="10"/>
          </p:nvPr>
        </p:nvSpPr>
        <p:spPr/>
        <p:txBody>
          <a:bodyPr/>
          <a:lstStyle/>
          <a:p>
            <a:fld id="{127374A5-46F0-419D-8620-FCF1B846A3B0}" type="datetimeFigureOut">
              <a:rPr lang="en-US" smtClean="0"/>
              <a:t>8/22/2020</a:t>
            </a:fld>
            <a:endParaRPr lang="en-US"/>
          </a:p>
        </p:txBody>
      </p:sp>
      <p:sp>
        <p:nvSpPr>
          <p:cNvPr id="5" name="Footer Placeholder 4">
            <a:extLst>
              <a:ext uri="{FF2B5EF4-FFF2-40B4-BE49-F238E27FC236}">
                <a16:creationId xmlns:a16="http://schemas.microsoft.com/office/drawing/2014/main" id="{B86FF7CA-3AA2-497C-99A4-5095EC8CE76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9796F40-5652-4A2B-8921-7875E1B7D521}"/>
              </a:ext>
            </a:extLst>
          </p:cNvPr>
          <p:cNvSpPr>
            <a:spLocks noGrp="1"/>
          </p:cNvSpPr>
          <p:nvPr>
            <p:ph type="sldNum" sz="quarter" idx="12"/>
          </p:nvPr>
        </p:nvSpPr>
        <p:spPr/>
        <p:txBody>
          <a:bodyPr/>
          <a:lstStyle/>
          <a:p>
            <a:fld id="{5152F3B7-470E-44D7-95B4-61C9F95527B5}" type="slidenum">
              <a:rPr lang="en-US" smtClean="0"/>
              <a:t>‹#›</a:t>
            </a:fld>
            <a:endParaRPr lang="en-US"/>
          </a:p>
        </p:txBody>
      </p:sp>
    </p:spTree>
    <p:extLst>
      <p:ext uri="{BB962C8B-B14F-4D97-AF65-F5344CB8AC3E}">
        <p14:creationId xmlns:p14="http://schemas.microsoft.com/office/powerpoint/2010/main" val="102252701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ABC096-E3D3-4F83-BE19-1A3700212A7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5EF245F-35C8-4755-8D56-E2B06460048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152F5E7-2BAA-4D63-9AAF-1D511CFEFAEA}"/>
              </a:ext>
            </a:extLst>
          </p:cNvPr>
          <p:cNvSpPr>
            <a:spLocks noGrp="1"/>
          </p:cNvSpPr>
          <p:nvPr>
            <p:ph type="dt" sz="half" idx="10"/>
          </p:nvPr>
        </p:nvSpPr>
        <p:spPr/>
        <p:txBody>
          <a:bodyPr/>
          <a:lstStyle/>
          <a:p>
            <a:fld id="{127374A5-46F0-419D-8620-FCF1B846A3B0}" type="datetimeFigureOut">
              <a:rPr lang="en-US" smtClean="0"/>
              <a:t>8/22/2020</a:t>
            </a:fld>
            <a:endParaRPr lang="en-US"/>
          </a:p>
        </p:txBody>
      </p:sp>
      <p:sp>
        <p:nvSpPr>
          <p:cNvPr id="5" name="Footer Placeholder 4">
            <a:extLst>
              <a:ext uri="{FF2B5EF4-FFF2-40B4-BE49-F238E27FC236}">
                <a16:creationId xmlns:a16="http://schemas.microsoft.com/office/drawing/2014/main" id="{6557B032-5B90-49A5-91D4-F094771046D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DD88F81-CCF1-4015-B023-D1B0C52403BE}"/>
              </a:ext>
            </a:extLst>
          </p:cNvPr>
          <p:cNvSpPr>
            <a:spLocks noGrp="1"/>
          </p:cNvSpPr>
          <p:nvPr>
            <p:ph type="sldNum" sz="quarter" idx="12"/>
          </p:nvPr>
        </p:nvSpPr>
        <p:spPr/>
        <p:txBody>
          <a:bodyPr/>
          <a:lstStyle/>
          <a:p>
            <a:fld id="{5152F3B7-470E-44D7-95B4-61C9F95527B5}" type="slidenum">
              <a:rPr lang="en-US" smtClean="0"/>
              <a:t>‹#›</a:t>
            </a:fld>
            <a:endParaRPr lang="en-US"/>
          </a:p>
        </p:txBody>
      </p:sp>
    </p:spTree>
    <p:extLst>
      <p:ext uri="{BB962C8B-B14F-4D97-AF65-F5344CB8AC3E}">
        <p14:creationId xmlns:p14="http://schemas.microsoft.com/office/powerpoint/2010/main" val="22928803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834B97-A22F-4F6B-A813-D242429AD78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40A35DBC-DC72-4B4C-99C9-50FE2217D26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2F13F43-CE3C-446A-9EEF-3079F2956A73}"/>
              </a:ext>
            </a:extLst>
          </p:cNvPr>
          <p:cNvSpPr>
            <a:spLocks noGrp="1"/>
          </p:cNvSpPr>
          <p:nvPr>
            <p:ph type="dt" sz="half" idx="10"/>
          </p:nvPr>
        </p:nvSpPr>
        <p:spPr/>
        <p:txBody>
          <a:bodyPr/>
          <a:lstStyle/>
          <a:p>
            <a:fld id="{127374A5-46F0-419D-8620-FCF1B846A3B0}" type="datetimeFigureOut">
              <a:rPr lang="en-US" smtClean="0"/>
              <a:t>8/22/2020</a:t>
            </a:fld>
            <a:endParaRPr lang="en-US"/>
          </a:p>
        </p:txBody>
      </p:sp>
      <p:sp>
        <p:nvSpPr>
          <p:cNvPr id="5" name="Footer Placeholder 4">
            <a:extLst>
              <a:ext uri="{FF2B5EF4-FFF2-40B4-BE49-F238E27FC236}">
                <a16:creationId xmlns:a16="http://schemas.microsoft.com/office/drawing/2014/main" id="{6DA510AF-3578-479A-AC7C-91802A69F85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B699225-7861-499A-896F-B75831B1402F}"/>
              </a:ext>
            </a:extLst>
          </p:cNvPr>
          <p:cNvSpPr>
            <a:spLocks noGrp="1"/>
          </p:cNvSpPr>
          <p:nvPr>
            <p:ph type="sldNum" sz="quarter" idx="12"/>
          </p:nvPr>
        </p:nvSpPr>
        <p:spPr/>
        <p:txBody>
          <a:bodyPr/>
          <a:lstStyle/>
          <a:p>
            <a:fld id="{5152F3B7-470E-44D7-95B4-61C9F95527B5}" type="slidenum">
              <a:rPr lang="en-US" smtClean="0"/>
              <a:t>‹#›</a:t>
            </a:fld>
            <a:endParaRPr lang="en-US"/>
          </a:p>
        </p:txBody>
      </p:sp>
    </p:spTree>
    <p:extLst>
      <p:ext uri="{BB962C8B-B14F-4D97-AF65-F5344CB8AC3E}">
        <p14:creationId xmlns:p14="http://schemas.microsoft.com/office/powerpoint/2010/main" val="188157517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4B7871-6711-4946-A0CD-46937B3A502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28F7779-C175-45BA-932E-357442DEA8B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DC6C2F9-5605-41F2-AB9D-0920AF360DC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4999D0FF-E84C-442F-A327-4E821154B6D6}"/>
              </a:ext>
            </a:extLst>
          </p:cNvPr>
          <p:cNvSpPr>
            <a:spLocks noGrp="1"/>
          </p:cNvSpPr>
          <p:nvPr>
            <p:ph type="dt" sz="half" idx="10"/>
          </p:nvPr>
        </p:nvSpPr>
        <p:spPr/>
        <p:txBody>
          <a:bodyPr/>
          <a:lstStyle/>
          <a:p>
            <a:fld id="{127374A5-46F0-419D-8620-FCF1B846A3B0}" type="datetimeFigureOut">
              <a:rPr lang="en-US" smtClean="0"/>
              <a:t>8/22/2020</a:t>
            </a:fld>
            <a:endParaRPr lang="en-US"/>
          </a:p>
        </p:txBody>
      </p:sp>
      <p:sp>
        <p:nvSpPr>
          <p:cNvPr id="6" name="Footer Placeholder 5">
            <a:extLst>
              <a:ext uri="{FF2B5EF4-FFF2-40B4-BE49-F238E27FC236}">
                <a16:creationId xmlns:a16="http://schemas.microsoft.com/office/drawing/2014/main" id="{AD8CFF37-62D6-4B4A-BBE9-F12A8DA185D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5859CF9-72D8-4AA6-AD66-280DA804E5FC}"/>
              </a:ext>
            </a:extLst>
          </p:cNvPr>
          <p:cNvSpPr>
            <a:spLocks noGrp="1"/>
          </p:cNvSpPr>
          <p:nvPr>
            <p:ph type="sldNum" sz="quarter" idx="12"/>
          </p:nvPr>
        </p:nvSpPr>
        <p:spPr/>
        <p:txBody>
          <a:bodyPr/>
          <a:lstStyle/>
          <a:p>
            <a:fld id="{5152F3B7-470E-44D7-95B4-61C9F95527B5}" type="slidenum">
              <a:rPr lang="en-US" smtClean="0"/>
              <a:t>‹#›</a:t>
            </a:fld>
            <a:endParaRPr lang="en-US"/>
          </a:p>
        </p:txBody>
      </p:sp>
    </p:spTree>
    <p:extLst>
      <p:ext uri="{BB962C8B-B14F-4D97-AF65-F5344CB8AC3E}">
        <p14:creationId xmlns:p14="http://schemas.microsoft.com/office/powerpoint/2010/main" val="37854202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7EA242-39C2-489E-B9CF-D70B6E6E3AF7}"/>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CB8A4EDF-4EB9-412E-8A15-342946C094C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124C7B8-0348-4FC8-B71C-FB473BEFCF1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21688B2-1154-4CF0-B31A-247DC949D27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DBBE5DA-BF95-420D-8F65-81A12D55087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1A5CB26D-6535-4FAA-9A13-509DF2B8000E}"/>
              </a:ext>
            </a:extLst>
          </p:cNvPr>
          <p:cNvSpPr>
            <a:spLocks noGrp="1"/>
          </p:cNvSpPr>
          <p:nvPr>
            <p:ph type="dt" sz="half" idx="10"/>
          </p:nvPr>
        </p:nvSpPr>
        <p:spPr/>
        <p:txBody>
          <a:bodyPr/>
          <a:lstStyle/>
          <a:p>
            <a:fld id="{127374A5-46F0-419D-8620-FCF1B846A3B0}" type="datetimeFigureOut">
              <a:rPr lang="en-US" smtClean="0"/>
              <a:t>8/22/2020</a:t>
            </a:fld>
            <a:endParaRPr lang="en-US"/>
          </a:p>
        </p:txBody>
      </p:sp>
      <p:sp>
        <p:nvSpPr>
          <p:cNvPr id="8" name="Footer Placeholder 7">
            <a:extLst>
              <a:ext uri="{FF2B5EF4-FFF2-40B4-BE49-F238E27FC236}">
                <a16:creationId xmlns:a16="http://schemas.microsoft.com/office/drawing/2014/main" id="{543111C7-E1AD-4079-B80A-3EC586672985}"/>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3A79EC40-0DD8-4FAD-BE14-C9818BC06F0E}"/>
              </a:ext>
            </a:extLst>
          </p:cNvPr>
          <p:cNvSpPr>
            <a:spLocks noGrp="1"/>
          </p:cNvSpPr>
          <p:nvPr>
            <p:ph type="sldNum" sz="quarter" idx="12"/>
          </p:nvPr>
        </p:nvSpPr>
        <p:spPr/>
        <p:txBody>
          <a:bodyPr/>
          <a:lstStyle/>
          <a:p>
            <a:fld id="{5152F3B7-470E-44D7-95B4-61C9F95527B5}" type="slidenum">
              <a:rPr lang="en-US" smtClean="0"/>
              <a:t>‹#›</a:t>
            </a:fld>
            <a:endParaRPr lang="en-US"/>
          </a:p>
        </p:txBody>
      </p:sp>
    </p:spTree>
    <p:extLst>
      <p:ext uri="{BB962C8B-B14F-4D97-AF65-F5344CB8AC3E}">
        <p14:creationId xmlns:p14="http://schemas.microsoft.com/office/powerpoint/2010/main" val="139134582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3277C1-BB67-4CFE-82B1-02BABD46F0B8}"/>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962BD491-54AB-47C1-BF02-EE8ED4232954}"/>
              </a:ext>
            </a:extLst>
          </p:cNvPr>
          <p:cNvSpPr>
            <a:spLocks noGrp="1"/>
          </p:cNvSpPr>
          <p:nvPr>
            <p:ph type="dt" sz="half" idx="10"/>
          </p:nvPr>
        </p:nvSpPr>
        <p:spPr/>
        <p:txBody>
          <a:bodyPr/>
          <a:lstStyle/>
          <a:p>
            <a:fld id="{127374A5-46F0-419D-8620-FCF1B846A3B0}" type="datetimeFigureOut">
              <a:rPr lang="en-US" smtClean="0"/>
              <a:t>8/22/2020</a:t>
            </a:fld>
            <a:endParaRPr lang="en-US"/>
          </a:p>
        </p:txBody>
      </p:sp>
      <p:sp>
        <p:nvSpPr>
          <p:cNvPr id="4" name="Footer Placeholder 3">
            <a:extLst>
              <a:ext uri="{FF2B5EF4-FFF2-40B4-BE49-F238E27FC236}">
                <a16:creationId xmlns:a16="http://schemas.microsoft.com/office/drawing/2014/main" id="{81D41835-B8B9-491F-9EF4-FEA97B3A23EA}"/>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1168290A-F7EC-414A-9211-10326305F778}"/>
              </a:ext>
            </a:extLst>
          </p:cNvPr>
          <p:cNvSpPr>
            <a:spLocks noGrp="1"/>
          </p:cNvSpPr>
          <p:nvPr>
            <p:ph type="sldNum" sz="quarter" idx="12"/>
          </p:nvPr>
        </p:nvSpPr>
        <p:spPr/>
        <p:txBody>
          <a:bodyPr/>
          <a:lstStyle/>
          <a:p>
            <a:fld id="{5152F3B7-470E-44D7-95B4-61C9F95527B5}" type="slidenum">
              <a:rPr lang="en-US" smtClean="0"/>
              <a:t>‹#›</a:t>
            </a:fld>
            <a:endParaRPr lang="en-US"/>
          </a:p>
        </p:txBody>
      </p:sp>
    </p:spTree>
    <p:extLst>
      <p:ext uri="{BB962C8B-B14F-4D97-AF65-F5344CB8AC3E}">
        <p14:creationId xmlns:p14="http://schemas.microsoft.com/office/powerpoint/2010/main" val="35859885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A1DB9C2-BE72-43B4-A983-F73E927DEB30}"/>
              </a:ext>
            </a:extLst>
          </p:cNvPr>
          <p:cNvSpPr>
            <a:spLocks noGrp="1"/>
          </p:cNvSpPr>
          <p:nvPr>
            <p:ph type="dt" sz="half" idx="10"/>
          </p:nvPr>
        </p:nvSpPr>
        <p:spPr/>
        <p:txBody>
          <a:bodyPr/>
          <a:lstStyle/>
          <a:p>
            <a:fld id="{127374A5-46F0-419D-8620-FCF1B846A3B0}" type="datetimeFigureOut">
              <a:rPr lang="en-US" smtClean="0"/>
              <a:t>8/22/2020</a:t>
            </a:fld>
            <a:endParaRPr lang="en-US"/>
          </a:p>
        </p:txBody>
      </p:sp>
      <p:sp>
        <p:nvSpPr>
          <p:cNvPr id="3" name="Footer Placeholder 2">
            <a:extLst>
              <a:ext uri="{FF2B5EF4-FFF2-40B4-BE49-F238E27FC236}">
                <a16:creationId xmlns:a16="http://schemas.microsoft.com/office/drawing/2014/main" id="{26AEE25C-EE29-4409-A36D-105715C8A3DF}"/>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58B738C-5522-4550-9D01-0A6104E1145A}"/>
              </a:ext>
            </a:extLst>
          </p:cNvPr>
          <p:cNvSpPr>
            <a:spLocks noGrp="1"/>
          </p:cNvSpPr>
          <p:nvPr>
            <p:ph type="sldNum" sz="quarter" idx="12"/>
          </p:nvPr>
        </p:nvSpPr>
        <p:spPr/>
        <p:txBody>
          <a:bodyPr/>
          <a:lstStyle/>
          <a:p>
            <a:fld id="{5152F3B7-470E-44D7-95B4-61C9F95527B5}" type="slidenum">
              <a:rPr lang="en-US" smtClean="0"/>
              <a:t>‹#›</a:t>
            </a:fld>
            <a:endParaRPr lang="en-US"/>
          </a:p>
        </p:txBody>
      </p:sp>
    </p:spTree>
    <p:extLst>
      <p:ext uri="{BB962C8B-B14F-4D97-AF65-F5344CB8AC3E}">
        <p14:creationId xmlns:p14="http://schemas.microsoft.com/office/powerpoint/2010/main" val="408444157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122D5A-FB99-457E-A247-52ECD625ECE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412C220A-56BD-405A-ADFA-F136A34EF9E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8B5F9F69-9772-41A6-AB91-26B02DA6499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3CE86AC-EF1A-4760-AA0F-4A0099E22657}"/>
              </a:ext>
            </a:extLst>
          </p:cNvPr>
          <p:cNvSpPr>
            <a:spLocks noGrp="1"/>
          </p:cNvSpPr>
          <p:nvPr>
            <p:ph type="dt" sz="half" idx="10"/>
          </p:nvPr>
        </p:nvSpPr>
        <p:spPr/>
        <p:txBody>
          <a:bodyPr/>
          <a:lstStyle/>
          <a:p>
            <a:fld id="{127374A5-46F0-419D-8620-FCF1B846A3B0}" type="datetimeFigureOut">
              <a:rPr lang="en-US" smtClean="0"/>
              <a:t>8/22/2020</a:t>
            </a:fld>
            <a:endParaRPr lang="en-US"/>
          </a:p>
        </p:txBody>
      </p:sp>
      <p:sp>
        <p:nvSpPr>
          <p:cNvPr id="6" name="Footer Placeholder 5">
            <a:extLst>
              <a:ext uri="{FF2B5EF4-FFF2-40B4-BE49-F238E27FC236}">
                <a16:creationId xmlns:a16="http://schemas.microsoft.com/office/drawing/2014/main" id="{D2DE01B0-3D0A-42FD-9367-8191F565F70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DF55BBA-7F8B-4D25-BD23-FED92B84E01F}"/>
              </a:ext>
            </a:extLst>
          </p:cNvPr>
          <p:cNvSpPr>
            <a:spLocks noGrp="1"/>
          </p:cNvSpPr>
          <p:nvPr>
            <p:ph type="sldNum" sz="quarter" idx="12"/>
          </p:nvPr>
        </p:nvSpPr>
        <p:spPr/>
        <p:txBody>
          <a:bodyPr/>
          <a:lstStyle/>
          <a:p>
            <a:fld id="{5152F3B7-470E-44D7-95B4-61C9F95527B5}" type="slidenum">
              <a:rPr lang="en-US" smtClean="0"/>
              <a:t>‹#›</a:t>
            </a:fld>
            <a:endParaRPr lang="en-US"/>
          </a:p>
        </p:txBody>
      </p:sp>
    </p:spTree>
    <p:extLst>
      <p:ext uri="{BB962C8B-B14F-4D97-AF65-F5344CB8AC3E}">
        <p14:creationId xmlns:p14="http://schemas.microsoft.com/office/powerpoint/2010/main" val="3496333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8B9E54-44AF-4C92-9650-3DB8EB4F4ED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C1CD4B26-D67E-4560-B008-736B64F653A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A3ED6D2A-08A1-4ED5-8F4C-8C4D3E0B39C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B4A2DDC-B7E0-4128-B334-4C7F88A28C76}"/>
              </a:ext>
            </a:extLst>
          </p:cNvPr>
          <p:cNvSpPr>
            <a:spLocks noGrp="1"/>
          </p:cNvSpPr>
          <p:nvPr>
            <p:ph type="dt" sz="half" idx="10"/>
          </p:nvPr>
        </p:nvSpPr>
        <p:spPr/>
        <p:txBody>
          <a:bodyPr/>
          <a:lstStyle/>
          <a:p>
            <a:fld id="{127374A5-46F0-419D-8620-FCF1B846A3B0}" type="datetimeFigureOut">
              <a:rPr lang="en-US" smtClean="0"/>
              <a:t>8/22/2020</a:t>
            </a:fld>
            <a:endParaRPr lang="en-US"/>
          </a:p>
        </p:txBody>
      </p:sp>
      <p:sp>
        <p:nvSpPr>
          <p:cNvPr id="6" name="Footer Placeholder 5">
            <a:extLst>
              <a:ext uri="{FF2B5EF4-FFF2-40B4-BE49-F238E27FC236}">
                <a16:creationId xmlns:a16="http://schemas.microsoft.com/office/drawing/2014/main" id="{EB73E51C-72C9-4AB9-A268-12B308422FF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4016C18-2F8E-40B0-9098-7FB69233BD2F}"/>
              </a:ext>
            </a:extLst>
          </p:cNvPr>
          <p:cNvSpPr>
            <a:spLocks noGrp="1"/>
          </p:cNvSpPr>
          <p:nvPr>
            <p:ph type="sldNum" sz="quarter" idx="12"/>
          </p:nvPr>
        </p:nvSpPr>
        <p:spPr/>
        <p:txBody>
          <a:bodyPr/>
          <a:lstStyle/>
          <a:p>
            <a:fld id="{5152F3B7-470E-44D7-95B4-61C9F95527B5}" type="slidenum">
              <a:rPr lang="en-US" smtClean="0"/>
              <a:t>‹#›</a:t>
            </a:fld>
            <a:endParaRPr lang="en-US"/>
          </a:p>
        </p:txBody>
      </p:sp>
    </p:spTree>
    <p:extLst>
      <p:ext uri="{BB962C8B-B14F-4D97-AF65-F5344CB8AC3E}">
        <p14:creationId xmlns:p14="http://schemas.microsoft.com/office/powerpoint/2010/main" val="324061105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ED0121-90DD-4AF0-9572-E1DC9184943F}"/>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4E071FC1-4ACC-40FD-88B3-19179D5CEB6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7DC8464-42D0-4B60-B427-BF68D508E7A3}"/>
              </a:ext>
            </a:extLst>
          </p:cNvPr>
          <p:cNvSpPr>
            <a:spLocks noGrp="1"/>
          </p:cNvSpPr>
          <p:nvPr>
            <p:ph type="dt" sz="half" idx="10"/>
          </p:nvPr>
        </p:nvSpPr>
        <p:spPr/>
        <p:txBody>
          <a:bodyPr/>
          <a:lstStyle/>
          <a:p>
            <a:fld id="{127374A5-46F0-419D-8620-FCF1B846A3B0}" type="datetimeFigureOut">
              <a:rPr lang="en-US" smtClean="0"/>
              <a:t>8/22/2020</a:t>
            </a:fld>
            <a:endParaRPr lang="en-US"/>
          </a:p>
        </p:txBody>
      </p:sp>
      <p:sp>
        <p:nvSpPr>
          <p:cNvPr id="5" name="Footer Placeholder 4">
            <a:extLst>
              <a:ext uri="{FF2B5EF4-FFF2-40B4-BE49-F238E27FC236}">
                <a16:creationId xmlns:a16="http://schemas.microsoft.com/office/drawing/2014/main" id="{6B2F6B2F-AECD-4108-B679-D22E40B97AA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65078A0-6505-4413-B4B6-EEC12C5784CC}"/>
              </a:ext>
            </a:extLst>
          </p:cNvPr>
          <p:cNvSpPr>
            <a:spLocks noGrp="1"/>
          </p:cNvSpPr>
          <p:nvPr>
            <p:ph type="sldNum" sz="quarter" idx="12"/>
          </p:nvPr>
        </p:nvSpPr>
        <p:spPr/>
        <p:txBody>
          <a:bodyPr/>
          <a:lstStyle/>
          <a:p>
            <a:fld id="{5152F3B7-470E-44D7-95B4-61C9F95527B5}" type="slidenum">
              <a:rPr lang="en-US" smtClean="0"/>
              <a:t>‹#›</a:t>
            </a:fld>
            <a:endParaRPr lang="en-US"/>
          </a:p>
        </p:txBody>
      </p:sp>
    </p:spTree>
    <p:extLst>
      <p:ext uri="{BB962C8B-B14F-4D97-AF65-F5344CB8AC3E}">
        <p14:creationId xmlns:p14="http://schemas.microsoft.com/office/powerpoint/2010/main" val="408791130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A2ABE17-A3DB-4286-B818-535A073BE499}"/>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B9E273C3-8371-47CC-9D6D-BA6D96AE109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82CEB60-21E5-4043-BAFE-FBED859DA8F0}"/>
              </a:ext>
            </a:extLst>
          </p:cNvPr>
          <p:cNvSpPr>
            <a:spLocks noGrp="1"/>
          </p:cNvSpPr>
          <p:nvPr>
            <p:ph type="dt" sz="half" idx="10"/>
          </p:nvPr>
        </p:nvSpPr>
        <p:spPr/>
        <p:txBody>
          <a:bodyPr/>
          <a:lstStyle/>
          <a:p>
            <a:fld id="{127374A5-46F0-419D-8620-FCF1B846A3B0}" type="datetimeFigureOut">
              <a:rPr lang="en-US" smtClean="0"/>
              <a:t>8/22/2020</a:t>
            </a:fld>
            <a:endParaRPr lang="en-US"/>
          </a:p>
        </p:txBody>
      </p:sp>
      <p:sp>
        <p:nvSpPr>
          <p:cNvPr id="5" name="Footer Placeholder 4">
            <a:extLst>
              <a:ext uri="{FF2B5EF4-FFF2-40B4-BE49-F238E27FC236}">
                <a16:creationId xmlns:a16="http://schemas.microsoft.com/office/drawing/2014/main" id="{5CC3E077-B4EE-4E65-8963-A0AA0C88668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358FFA6-54AF-4617-AC2C-B5B6CB6BCDA2}"/>
              </a:ext>
            </a:extLst>
          </p:cNvPr>
          <p:cNvSpPr>
            <a:spLocks noGrp="1"/>
          </p:cNvSpPr>
          <p:nvPr>
            <p:ph type="sldNum" sz="quarter" idx="12"/>
          </p:nvPr>
        </p:nvSpPr>
        <p:spPr/>
        <p:txBody>
          <a:bodyPr/>
          <a:lstStyle/>
          <a:p>
            <a:fld id="{5152F3B7-470E-44D7-95B4-61C9F95527B5}" type="slidenum">
              <a:rPr lang="en-US" smtClean="0"/>
              <a:t>‹#›</a:t>
            </a:fld>
            <a:endParaRPr lang="en-US"/>
          </a:p>
        </p:txBody>
      </p:sp>
    </p:spTree>
    <p:extLst>
      <p:ext uri="{BB962C8B-B14F-4D97-AF65-F5344CB8AC3E}">
        <p14:creationId xmlns:p14="http://schemas.microsoft.com/office/powerpoint/2010/main" val="24370592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9C3184C-CDF3-4B3B-BBC0-3E137D6D545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49AD863-705E-4952-A3A1-8F7E78468EC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2986690-8AC1-41ED-8214-2CE33BF25E9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27374A5-46F0-419D-8620-FCF1B846A3B0}" type="datetimeFigureOut">
              <a:rPr lang="en-US" smtClean="0"/>
              <a:t>8/22/2020</a:t>
            </a:fld>
            <a:endParaRPr lang="en-US"/>
          </a:p>
        </p:txBody>
      </p:sp>
      <p:sp>
        <p:nvSpPr>
          <p:cNvPr id="5" name="Footer Placeholder 4">
            <a:extLst>
              <a:ext uri="{FF2B5EF4-FFF2-40B4-BE49-F238E27FC236}">
                <a16:creationId xmlns:a16="http://schemas.microsoft.com/office/drawing/2014/main" id="{B78BBEA7-C857-4A7A-953B-6D3C03FFB12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077DBCDC-3BFC-4CAD-8A6B-7785DEA5EEE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152F3B7-470E-44D7-95B4-61C9F95527B5}" type="slidenum">
              <a:rPr lang="en-US" smtClean="0"/>
              <a:t>‹#›</a:t>
            </a:fld>
            <a:endParaRPr lang="en-US"/>
          </a:p>
        </p:txBody>
      </p:sp>
    </p:spTree>
    <p:extLst>
      <p:ext uri="{BB962C8B-B14F-4D97-AF65-F5344CB8AC3E}">
        <p14:creationId xmlns:p14="http://schemas.microsoft.com/office/powerpoint/2010/main" val="293687546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SQL V – practice exercises</a:t>
            </a:r>
          </a:p>
        </p:txBody>
      </p:sp>
      <p:sp>
        <p:nvSpPr>
          <p:cNvPr id="3" name="Subtitle 2"/>
          <p:cNvSpPr>
            <a:spLocks noGrp="1"/>
          </p:cNvSpPr>
          <p:nvPr>
            <p:ph type="subTitle" idx="1"/>
          </p:nvPr>
        </p:nvSpPr>
        <p:spPr>
          <a:xfrm>
            <a:off x="2024635" y="4198409"/>
            <a:ext cx="8038719" cy="1645920"/>
          </a:xfrm>
        </p:spPr>
        <p:txBody>
          <a:bodyPr>
            <a:normAutofit/>
          </a:bodyPr>
          <a:lstStyle/>
          <a:p>
            <a:endParaRPr lang="en-US" b="1" dirty="0">
              <a:solidFill>
                <a:schemeClr val="tx1"/>
              </a:solidFill>
            </a:endParaRPr>
          </a:p>
          <a:p>
            <a:r>
              <a:rPr lang="en-US" b="1" dirty="0">
                <a:solidFill>
                  <a:schemeClr val="tx1"/>
                </a:solidFill>
              </a:rPr>
              <a:t>Management Information Systems</a:t>
            </a:r>
          </a:p>
          <a:p>
            <a:r>
              <a:rPr lang="en-US"/>
              <a:t>Disha Parkhi</a:t>
            </a:r>
            <a:endParaRPr lang="en-US" dirty="0"/>
          </a:p>
        </p:txBody>
      </p:sp>
      <p:sp>
        <p:nvSpPr>
          <p:cNvPr id="4" name="Slide Number Placeholder 3"/>
          <p:cNvSpPr>
            <a:spLocks noGrp="1"/>
          </p:cNvSpPr>
          <p:nvPr>
            <p:ph type="sldNum" sz="quarter" idx="12"/>
          </p:nvPr>
        </p:nvSpPr>
        <p:spPr/>
        <p:txBody>
          <a:bodyPr/>
          <a:lstStyle/>
          <a:p>
            <a:fld id="{87F3E754-1C97-4481-A18C-9D97ADBDF344}" type="slidenum">
              <a:rPr lang="en-US" smtClean="0"/>
              <a:t>1</a:t>
            </a:fld>
            <a:endParaRPr lang="en-US"/>
          </a:p>
        </p:txBody>
      </p:sp>
    </p:spTree>
    <p:extLst>
      <p:ext uri="{BB962C8B-B14F-4D97-AF65-F5344CB8AC3E}">
        <p14:creationId xmlns:p14="http://schemas.microsoft.com/office/powerpoint/2010/main" val="26850542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Outline</a:t>
            </a:r>
          </a:p>
        </p:txBody>
      </p:sp>
      <p:sp>
        <p:nvSpPr>
          <p:cNvPr id="3" name="Content Placeholder 2"/>
          <p:cNvSpPr>
            <a:spLocks noGrp="1"/>
          </p:cNvSpPr>
          <p:nvPr>
            <p:ph idx="1"/>
          </p:nvPr>
        </p:nvSpPr>
        <p:spPr>
          <a:xfrm>
            <a:off x="2031207" y="2157732"/>
            <a:ext cx="4607430" cy="3766185"/>
          </a:xfrm>
        </p:spPr>
        <p:txBody>
          <a:bodyPr>
            <a:normAutofit/>
          </a:bodyPr>
          <a:lstStyle/>
          <a:p>
            <a:pPr marL="0" indent="0">
              <a:lnSpc>
                <a:spcPct val="100000"/>
              </a:lnSpc>
              <a:buNone/>
            </a:pPr>
            <a:r>
              <a:rPr lang="en-US" dirty="0"/>
              <a:t>Practice Exercises – </a:t>
            </a:r>
            <a:r>
              <a:rPr lang="en-US" i="1" dirty="0" err="1"/>
              <a:t>SportsLeague</a:t>
            </a:r>
            <a:r>
              <a:rPr lang="en-US" i="1" dirty="0"/>
              <a:t>:</a:t>
            </a:r>
            <a:r>
              <a:rPr lang="en-US" dirty="0"/>
              <a:t> </a:t>
            </a:r>
          </a:p>
          <a:p>
            <a:pPr lvl="1">
              <a:lnSpc>
                <a:spcPct val="100000"/>
              </a:lnSpc>
              <a:buFont typeface="Arial"/>
              <a:buChar char="•"/>
            </a:pPr>
            <a:r>
              <a:rPr lang="en-US" dirty="0"/>
              <a:t>SQL queries – practice</a:t>
            </a:r>
          </a:p>
          <a:p>
            <a:pPr marL="0" lvl="1" indent="0">
              <a:lnSpc>
                <a:spcPct val="100000"/>
              </a:lnSpc>
              <a:buNone/>
            </a:pPr>
            <a:endParaRPr lang="en-US" dirty="0"/>
          </a:p>
        </p:txBody>
      </p:sp>
      <p:sp>
        <p:nvSpPr>
          <p:cNvPr id="4" name="Slide Number Placeholder 3"/>
          <p:cNvSpPr>
            <a:spLocks noGrp="1"/>
          </p:cNvSpPr>
          <p:nvPr>
            <p:ph type="sldNum" sz="quarter" idx="12"/>
          </p:nvPr>
        </p:nvSpPr>
        <p:spPr/>
        <p:txBody>
          <a:bodyPr/>
          <a:lstStyle/>
          <a:p>
            <a:fld id="{87F3E754-1C97-4481-A18C-9D97ADBDF344}" type="slidenum">
              <a:rPr lang="en-US" smtClean="0"/>
              <a:t>2</a:t>
            </a:fld>
            <a:endParaRPr lang="en-US"/>
          </a:p>
        </p:txBody>
      </p:sp>
      <p:sp>
        <p:nvSpPr>
          <p:cNvPr id="5" name="Content Placeholder 8"/>
          <p:cNvSpPr txBox="1">
            <a:spLocks/>
          </p:cNvSpPr>
          <p:nvPr/>
        </p:nvSpPr>
        <p:spPr>
          <a:xfrm>
            <a:off x="6749144" y="1993392"/>
            <a:ext cx="3376220" cy="3767328"/>
          </a:xfrm>
          <a:prstGeom prst="rect">
            <a:avLst/>
          </a:prstGeom>
        </p:spPr>
        <p:style>
          <a:lnRef idx="2">
            <a:schemeClr val="accent1"/>
          </a:lnRef>
          <a:fillRef idx="1">
            <a:schemeClr val="lt1"/>
          </a:fillRef>
          <a:effectRef idx="0">
            <a:schemeClr val="accent1"/>
          </a:effectRef>
          <a:fontRef idx="minor">
            <a:schemeClr val="dk1"/>
          </a:fontRef>
        </p:style>
        <p:txBody>
          <a:bodyPr>
            <a:normAutofit/>
          </a:bodyPr>
          <a:lstStyle>
            <a:lvl1pPr marL="91440" indent="-91440" algn="l" defTabSz="914400" rtl="0" eaLnBrk="1" latinLnBrk="0" hangingPunct="1">
              <a:lnSpc>
                <a:spcPct val="85000"/>
              </a:lnSpc>
              <a:spcBef>
                <a:spcPts val="1300"/>
              </a:spcBef>
              <a:buFont typeface="Arial" pitchFamily="34" charset="0"/>
              <a:buChar char=" "/>
              <a:defRPr sz="2400" kern="1200">
                <a:solidFill>
                  <a:schemeClr val="tx1">
                    <a:lumMod val="85000"/>
                    <a:lumOff val="15000"/>
                  </a:schemeClr>
                </a:solidFill>
                <a:latin typeface="+mn-lt"/>
                <a:ea typeface="+mn-ea"/>
                <a:cs typeface="+mn-cs"/>
              </a:defRPr>
            </a:lvl1pPr>
            <a:lvl2pPr marL="274320" indent="-342900" algn="l" defTabSz="914400" rtl="0" eaLnBrk="1" latinLnBrk="0" hangingPunct="1">
              <a:lnSpc>
                <a:spcPct val="85000"/>
              </a:lnSpc>
              <a:spcBef>
                <a:spcPts val="600"/>
              </a:spcBef>
              <a:buFont typeface="Arial" pitchFamily="34" charset="0"/>
              <a:buChar char=" "/>
              <a:defRPr sz="2400" kern="1200">
                <a:solidFill>
                  <a:schemeClr val="tx1">
                    <a:lumMod val="85000"/>
                    <a:lumOff val="15000"/>
                  </a:schemeClr>
                </a:solidFill>
                <a:latin typeface="+mn-lt"/>
                <a:ea typeface="+mn-ea"/>
                <a:cs typeface="+mn-cs"/>
              </a:defRPr>
            </a:lvl2pPr>
            <a:lvl3pPr marL="548640" indent="-548640" algn="l" defTabSz="914400" rtl="0" eaLnBrk="1" latinLnBrk="0" hangingPunct="1">
              <a:lnSpc>
                <a:spcPct val="85000"/>
              </a:lnSpc>
              <a:spcBef>
                <a:spcPts val="600"/>
              </a:spcBef>
              <a:buFont typeface="Arial" pitchFamily="34" charset="0"/>
              <a:buChar char=" "/>
              <a:defRPr sz="2000" i="1" kern="1200">
                <a:solidFill>
                  <a:schemeClr val="tx1">
                    <a:lumMod val="85000"/>
                    <a:lumOff val="15000"/>
                  </a:schemeClr>
                </a:solidFill>
                <a:latin typeface="+mn-lt"/>
                <a:ea typeface="+mn-ea"/>
                <a:cs typeface="+mn-cs"/>
              </a:defRPr>
            </a:lvl3pPr>
            <a:lvl4pPr marL="822960" indent="-82296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4pPr>
            <a:lvl5pPr marL="1097280" indent="-109728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5pPr>
            <a:lvl6pPr marL="1200000" indent="-22860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6pPr>
            <a:lvl7pPr marL="1400000" indent="-22860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7pPr>
            <a:lvl8pPr marL="1600000" indent="-22860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8pPr>
            <a:lvl9pPr marL="1800000" indent="-22860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9pPr>
          </a:lstStyle>
          <a:p>
            <a:pPr marL="0" indent="0" algn="ctr">
              <a:lnSpc>
                <a:spcPct val="100000"/>
              </a:lnSpc>
              <a:buNone/>
            </a:pPr>
            <a:r>
              <a:rPr lang="en-US" sz="2800" dirty="0">
                <a:solidFill>
                  <a:schemeClr val="accent1"/>
                </a:solidFill>
              </a:rPr>
              <a:t>Reading:</a:t>
            </a:r>
            <a:r>
              <a:rPr lang="en-US" dirty="0"/>
              <a:t> </a:t>
            </a:r>
          </a:p>
          <a:p>
            <a:pPr>
              <a:lnSpc>
                <a:spcPct val="100000"/>
              </a:lnSpc>
              <a:buFont typeface="Wingdings" charset="2"/>
              <a:buChar char="ü"/>
            </a:pPr>
            <a:r>
              <a:rPr lang="en-US" i="1" dirty="0"/>
              <a:t> Posted notes with answers to these queries</a:t>
            </a:r>
          </a:p>
          <a:p>
            <a:pPr>
              <a:lnSpc>
                <a:spcPct val="100000"/>
              </a:lnSpc>
              <a:buFont typeface="Wingdings" charset="2"/>
              <a:buChar char="ü"/>
            </a:pPr>
            <a:r>
              <a:rPr lang="en-US" i="1" dirty="0"/>
              <a:t> Chapter 8: 181</a:t>
            </a:r>
            <a:r>
              <a:rPr lang="en-US" i="1"/>
              <a:t>-184</a:t>
            </a:r>
            <a:endParaRPr lang="en-US" i="1" dirty="0"/>
          </a:p>
        </p:txBody>
      </p:sp>
    </p:spTree>
    <p:extLst>
      <p:ext uri="{BB962C8B-B14F-4D97-AF65-F5344CB8AC3E}">
        <p14:creationId xmlns:p14="http://schemas.microsoft.com/office/powerpoint/2010/main" val="38573397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02942" y="87277"/>
            <a:ext cx="8079581" cy="1007991"/>
          </a:xfrm>
        </p:spPr>
        <p:txBody>
          <a:bodyPr>
            <a:normAutofit/>
          </a:bodyPr>
          <a:lstStyle/>
          <a:p>
            <a:r>
              <a:rPr lang="en-US" dirty="0"/>
              <a:t>DB Design - Sports League</a:t>
            </a:r>
            <a:endParaRPr lang="en-US" b="1" dirty="0"/>
          </a:p>
        </p:txBody>
      </p:sp>
      <p:sp>
        <p:nvSpPr>
          <p:cNvPr id="3" name="Content Placeholder 2"/>
          <p:cNvSpPr>
            <a:spLocks noGrp="1"/>
          </p:cNvSpPr>
          <p:nvPr>
            <p:ph idx="1"/>
          </p:nvPr>
        </p:nvSpPr>
        <p:spPr>
          <a:xfrm>
            <a:off x="1755820" y="1082388"/>
            <a:ext cx="8693240" cy="4889036"/>
          </a:xfrm>
        </p:spPr>
        <p:txBody>
          <a:bodyPr>
            <a:noAutofit/>
          </a:bodyPr>
          <a:lstStyle/>
          <a:p>
            <a:pPr marL="0" indent="0" algn="just">
              <a:lnSpc>
                <a:spcPct val="100000"/>
              </a:lnSpc>
              <a:spcBef>
                <a:spcPts val="1800"/>
              </a:spcBef>
              <a:buNone/>
            </a:pPr>
            <a:r>
              <a:rPr lang="en-US" sz="2050" dirty="0"/>
              <a:t>You have volunteered to design a database to automate the record keeping of a recreational sports league.  You are only concerned with this season's data, and do not have a zip code table.</a:t>
            </a:r>
          </a:p>
          <a:p>
            <a:pPr algn="just">
              <a:lnSpc>
                <a:spcPct val="100000"/>
              </a:lnSpc>
              <a:spcBef>
                <a:spcPts val="1800"/>
              </a:spcBef>
              <a:buFont typeface="Wingdings" panose="05000000000000000000" pitchFamily="2" charset="2"/>
              <a:buChar char="§"/>
            </a:pPr>
            <a:r>
              <a:rPr lang="en-US" sz="2050" dirty="0"/>
              <a:t>  The league consists of teams, each of which has an ID number, a nickname, and a color scheme.</a:t>
            </a:r>
          </a:p>
          <a:p>
            <a:pPr algn="just">
              <a:lnSpc>
                <a:spcPct val="100000"/>
              </a:lnSpc>
              <a:spcBef>
                <a:spcPts val="1800"/>
              </a:spcBef>
              <a:buFont typeface="Wingdings" panose="05000000000000000000" pitchFamily="2" charset="2"/>
              <a:buChar char="§"/>
            </a:pPr>
            <a:r>
              <a:rPr lang="en-US" sz="2050" dirty="0"/>
              <a:t>  Each team has multiple players.  For each player, you want to store first name, last name, address, city, state, zip code, phone number, and skill rating.  Each player is on only one team.</a:t>
            </a:r>
          </a:p>
          <a:p>
            <a:pPr algn="just">
              <a:lnSpc>
                <a:spcPct val="100000"/>
              </a:lnSpc>
              <a:spcBef>
                <a:spcPts val="1800"/>
              </a:spcBef>
              <a:buFont typeface="Wingdings" panose="05000000000000000000" pitchFamily="2" charset="2"/>
              <a:buChar char="§"/>
            </a:pPr>
            <a:r>
              <a:rPr lang="en-US" sz="2050" dirty="0"/>
              <a:t>  Each team also has multiple coaches. For each coach, you want to store first name, last name, address, city, state, zip code, phone number, and "status" (which is 1 for less experienced coaches, 2 for more experienced coaches).  Each coach is associated with at most one team per season.</a:t>
            </a:r>
          </a:p>
          <a:p>
            <a:pPr algn="just">
              <a:lnSpc>
                <a:spcPct val="100000"/>
              </a:lnSpc>
              <a:spcBef>
                <a:spcPts val="1800"/>
              </a:spcBef>
              <a:buFont typeface="Wingdings" panose="05000000000000000000" pitchFamily="2" charset="2"/>
              <a:buChar char="§"/>
            </a:pPr>
            <a:r>
              <a:rPr lang="en-US" sz="2050" dirty="0"/>
              <a:t>  You also want to keep track of games and their outcomes.  Each game has a date, a home team, and a visiting team.  For games that have been played already, you also want to store the points scored by each team.</a:t>
            </a:r>
          </a:p>
        </p:txBody>
      </p:sp>
      <p:sp>
        <p:nvSpPr>
          <p:cNvPr id="4" name="Slide Number Placeholder 3"/>
          <p:cNvSpPr>
            <a:spLocks noGrp="1"/>
          </p:cNvSpPr>
          <p:nvPr>
            <p:ph type="sldNum" sz="quarter" idx="12"/>
          </p:nvPr>
        </p:nvSpPr>
        <p:spPr/>
        <p:txBody>
          <a:bodyPr/>
          <a:lstStyle/>
          <a:p>
            <a:fld id="{87F3E754-1C97-4481-A18C-9D97ADBDF344}" type="slidenum">
              <a:rPr lang="en-US" smtClean="0"/>
              <a:t>3</a:t>
            </a:fld>
            <a:endParaRPr lang="en-US"/>
          </a:p>
        </p:txBody>
      </p:sp>
    </p:spTree>
    <p:extLst>
      <p:ext uri="{BB962C8B-B14F-4D97-AF65-F5344CB8AC3E}">
        <p14:creationId xmlns:p14="http://schemas.microsoft.com/office/powerpoint/2010/main" val="29034994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16920" y="205619"/>
            <a:ext cx="8079581" cy="895048"/>
          </a:xfrm>
        </p:spPr>
        <p:txBody>
          <a:bodyPr>
            <a:normAutofit/>
          </a:bodyPr>
          <a:lstStyle/>
          <a:p>
            <a:r>
              <a:rPr lang="en-US" dirty="0"/>
              <a:t>Solution</a:t>
            </a:r>
          </a:p>
        </p:txBody>
      </p:sp>
      <p:sp>
        <p:nvSpPr>
          <p:cNvPr id="4" name="Slide Number Placeholder 3"/>
          <p:cNvSpPr>
            <a:spLocks noGrp="1"/>
          </p:cNvSpPr>
          <p:nvPr>
            <p:ph type="sldNum" sz="quarter" idx="12"/>
          </p:nvPr>
        </p:nvSpPr>
        <p:spPr/>
        <p:txBody>
          <a:bodyPr/>
          <a:lstStyle/>
          <a:p>
            <a:fld id="{87F3E754-1C97-4481-A18C-9D97ADBDF344}" type="slidenum">
              <a:rPr lang="en-US" smtClean="0"/>
              <a:t>4</a:t>
            </a:fld>
            <a:endParaRPr lang="en-US"/>
          </a:p>
        </p:txBody>
      </p:sp>
      <p:pic>
        <p:nvPicPr>
          <p:cNvPr id="8" name="Picture 7" descr="Untitled1.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14953" y="1088573"/>
            <a:ext cx="5786663" cy="2347543"/>
          </a:xfrm>
          <a:prstGeom prst="rect">
            <a:avLst/>
          </a:prstGeom>
        </p:spPr>
      </p:pic>
      <p:sp>
        <p:nvSpPr>
          <p:cNvPr id="9" name="Rectangle 8"/>
          <p:cNvSpPr/>
          <p:nvPr/>
        </p:nvSpPr>
        <p:spPr>
          <a:xfrm>
            <a:off x="1657048" y="3370300"/>
            <a:ext cx="9010952" cy="3439404"/>
          </a:xfrm>
          <a:prstGeom prst="rect">
            <a:avLst/>
          </a:prstGeom>
        </p:spPr>
        <p:txBody>
          <a:bodyPr wrap="square">
            <a:spAutoFit/>
          </a:bodyPr>
          <a:lstStyle/>
          <a:p>
            <a:pPr>
              <a:lnSpc>
                <a:spcPct val="110000"/>
              </a:lnSpc>
            </a:pPr>
            <a:r>
              <a:rPr lang="en-US" dirty="0"/>
              <a:t>TEAM (</a:t>
            </a:r>
            <a:r>
              <a:rPr lang="en-US" u="sng" dirty="0" err="1"/>
              <a:t>TeamID</a:t>
            </a:r>
            <a:r>
              <a:rPr lang="en-US" dirty="0"/>
              <a:t>, </a:t>
            </a:r>
            <a:r>
              <a:rPr lang="en-US" dirty="0" err="1"/>
              <a:t>NickName</a:t>
            </a:r>
            <a:r>
              <a:rPr lang="en-US" dirty="0"/>
              <a:t>, </a:t>
            </a:r>
            <a:r>
              <a:rPr lang="en-US" dirty="0" err="1"/>
              <a:t>ColorScheme</a:t>
            </a:r>
            <a:r>
              <a:rPr lang="en-US" dirty="0"/>
              <a:t>)</a:t>
            </a:r>
          </a:p>
          <a:p>
            <a:pPr>
              <a:lnSpc>
                <a:spcPct val="110000"/>
              </a:lnSpc>
            </a:pPr>
            <a:endParaRPr lang="en-US" dirty="0"/>
          </a:p>
          <a:p>
            <a:pPr>
              <a:lnSpc>
                <a:spcPct val="110000"/>
              </a:lnSpc>
            </a:pPr>
            <a:r>
              <a:rPr lang="en-US" dirty="0"/>
              <a:t>PLAYER (</a:t>
            </a:r>
            <a:r>
              <a:rPr lang="en-US" u="sng" dirty="0" err="1"/>
              <a:t>PlayerID</a:t>
            </a:r>
            <a:r>
              <a:rPr lang="en-US" dirty="0"/>
              <a:t>, </a:t>
            </a:r>
            <a:r>
              <a:rPr lang="en-US" dirty="0" err="1"/>
              <a:t>Fname</a:t>
            </a:r>
            <a:r>
              <a:rPr lang="en-US" dirty="0"/>
              <a:t>, </a:t>
            </a:r>
            <a:r>
              <a:rPr lang="en-US" dirty="0" err="1"/>
              <a:t>LName</a:t>
            </a:r>
            <a:r>
              <a:rPr lang="en-US" dirty="0"/>
              <a:t>, Address, City, State, Zip, Phone, Rating, </a:t>
            </a:r>
            <a:r>
              <a:rPr lang="en-US" dirty="0" err="1"/>
              <a:t>TeamID</a:t>
            </a:r>
            <a:r>
              <a:rPr lang="en-US" dirty="0"/>
              <a:t>)</a:t>
            </a:r>
          </a:p>
          <a:p>
            <a:pPr>
              <a:lnSpc>
                <a:spcPct val="110000"/>
              </a:lnSpc>
            </a:pPr>
            <a:r>
              <a:rPr lang="en-US" dirty="0"/>
              <a:t>	</a:t>
            </a:r>
            <a:r>
              <a:rPr lang="en-US" dirty="0" err="1"/>
              <a:t>TeamID</a:t>
            </a:r>
            <a:r>
              <a:rPr lang="en-US" dirty="0"/>
              <a:t> foreign key to TEAM</a:t>
            </a:r>
          </a:p>
          <a:p>
            <a:pPr>
              <a:lnSpc>
                <a:spcPct val="110000"/>
              </a:lnSpc>
            </a:pPr>
            <a:endParaRPr lang="en-US" dirty="0"/>
          </a:p>
          <a:p>
            <a:pPr>
              <a:lnSpc>
                <a:spcPct val="110000"/>
              </a:lnSpc>
            </a:pPr>
            <a:r>
              <a:rPr lang="en-US" dirty="0"/>
              <a:t>COACH (</a:t>
            </a:r>
            <a:r>
              <a:rPr lang="en-US" u="sng" dirty="0" err="1"/>
              <a:t>CoachID</a:t>
            </a:r>
            <a:r>
              <a:rPr lang="en-US" dirty="0"/>
              <a:t>, </a:t>
            </a:r>
            <a:r>
              <a:rPr lang="en-US" dirty="0" err="1"/>
              <a:t>Fname</a:t>
            </a:r>
            <a:r>
              <a:rPr lang="en-US" dirty="0"/>
              <a:t>, </a:t>
            </a:r>
            <a:r>
              <a:rPr lang="en-US" dirty="0" err="1"/>
              <a:t>LName</a:t>
            </a:r>
            <a:r>
              <a:rPr lang="en-US" dirty="0"/>
              <a:t>, Address, City, State, Zip, Phone, Status, </a:t>
            </a:r>
            <a:r>
              <a:rPr lang="en-US" dirty="0" err="1"/>
              <a:t>TeamID</a:t>
            </a:r>
            <a:r>
              <a:rPr lang="en-US" dirty="0"/>
              <a:t>)</a:t>
            </a:r>
          </a:p>
          <a:p>
            <a:pPr>
              <a:lnSpc>
                <a:spcPct val="110000"/>
              </a:lnSpc>
            </a:pPr>
            <a:r>
              <a:rPr lang="en-US" dirty="0"/>
              <a:t>	</a:t>
            </a:r>
            <a:r>
              <a:rPr lang="en-US" dirty="0" err="1"/>
              <a:t>TeamID</a:t>
            </a:r>
            <a:r>
              <a:rPr lang="en-US" dirty="0"/>
              <a:t> foreign key to TEAM</a:t>
            </a:r>
          </a:p>
          <a:p>
            <a:pPr>
              <a:lnSpc>
                <a:spcPct val="110000"/>
              </a:lnSpc>
            </a:pPr>
            <a:endParaRPr lang="en-US" dirty="0"/>
          </a:p>
          <a:p>
            <a:pPr>
              <a:lnSpc>
                <a:spcPct val="110000"/>
              </a:lnSpc>
            </a:pPr>
            <a:r>
              <a:rPr lang="en-US" dirty="0"/>
              <a:t>GAME (</a:t>
            </a:r>
            <a:r>
              <a:rPr lang="en-US" u="sng" dirty="0" err="1"/>
              <a:t>GameID</a:t>
            </a:r>
            <a:r>
              <a:rPr lang="en-US" dirty="0"/>
              <a:t>, Date, </a:t>
            </a:r>
            <a:r>
              <a:rPr lang="en-US" dirty="0" err="1">
                <a:solidFill>
                  <a:srgbClr val="3366FF"/>
                </a:solidFill>
              </a:rPr>
              <a:t>HomeTeamID</a:t>
            </a:r>
            <a:r>
              <a:rPr lang="en-US" dirty="0"/>
              <a:t>, </a:t>
            </a:r>
            <a:r>
              <a:rPr lang="en-US" dirty="0" err="1"/>
              <a:t>HomeScore</a:t>
            </a:r>
            <a:r>
              <a:rPr lang="en-US" dirty="0"/>
              <a:t>, </a:t>
            </a:r>
            <a:r>
              <a:rPr lang="en-US" dirty="0" err="1">
                <a:solidFill>
                  <a:srgbClr val="008000"/>
                </a:solidFill>
              </a:rPr>
              <a:t>VisitTeamID</a:t>
            </a:r>
            <a:r>
              <a:rPr lang="en-US" dirty="0"/>
              <a:t>, </a:t>
            </a:r>
            <a:r>
              <a:rPr lang="en-US" dirty="0" err="1"/>
              <a:t>VisitScore</a:t>
            </a:r>
            <a:r>
              <a:rPr lang="en-US" dirty="0"/>
              <a:t>)</a:t>
            </a:r>
          </a:p>
          <a:p>
            <a:pPr>
              <a:lnSpc>
                <a:spcPct val="110000"/>
              </a:lnSpc>
            </a:pPr>
            <a:r>
              <a:rPr lang="en-US" dirty="0"/>
              <a:t>	</a:t>
            </a:r>
            <a:r>
              <a:rPr lang="en-US" dirty="0" err="1">
                <a:solidFill>
                  <a:srgbClr val="3366FF"/>
                </a:solidFill>
              </a:rPr>
              <a:t>HomeTeamID</a:t>
            </a:r>
            <a:r>
              <a:rPr lang="en-US" dirty="0">
                <a:solidFill>
                  <a:srgbClr val="3366FF"/>
                </a:solidFill>
              </a:rPr>
              <a:t> foreign key to TEAM</a:t>
            </a:r>
          </a:p>
          <a:p>
            <a:pPr>
              <a:lnSpc>
                <a:spcPct val="110000"/>
              </a:lnSpc>
            </a:pPr>
            <a:r>
              <a:rPr lang="en-US" dirty="0"/>
              <a:t>	</a:t>
            </a:r>
            <a:r>
              <a:rPr lang="en-US" dirty="0" err="1">
                <a:solidFill>
                  <a:srgbClr val="008000"/>
                </a:solidFill>
              </a:rPr>
              <a:t>VisitTeamID</a:t>
            </a:r>
            <a:r>
              <a:rPr lang="en-US" dirty="0">
                <a:solidFill>
                  <a:srgbClr val="008000"/>
                </a:solidFill>
              </a:rPr>
              <a:t> foreign key to TEAM</a:t>
            </a:r>
          </a:p>
        </p:txBody>
      </p:sp>
    </p:spTree>
    <p:extLst>
      <p:ext uri="{BB962C8B-B14F-4D97-AF65-F5344CB8AC3E}">
        <p14:creationId xmlns:p14="http://schemas.microsoft.com/office/powerpoint/2010/main" val="317633276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01590" y="235923"/>
            <a:ext cx="8079581" cy="925613"/>
          </a:xfrm>
        </p:spPr>
        <p:txBody>
          <a:bodyPr>
            <a:normAutofit/>
          </a:bodyPr>
          <a:lstStyle/>
          <a:p>
            <a:r>
              <a:rPr lang="en-US" dirty="0"/>
              <a:t>Create a SQL query that shows…</a:t>
            </a:r>
          </a:p>
        </p:txBody>
      </p:sp>
      <p:sp>
        <p:nvSpPr>
          <p:cNvPr id="3" name="Content Placeholder 2"/>
          <p:cNvSpPr>
            <a:spLocks noGrp="1"/>
          </p:cNvSpPr>
          <p:nvPr>
            <p:ph idx="1"/>
          </p:nvPr>
        </p:nvSpPr>
        <p:spPr>
          <a:xfrm>
            <a:off x="1803898" y="1201616"/>
            <a:ext cx="8561257" cy="5656385"/>
          </a:xfrm>
        </p:spPr>
        <p:txBody>
          <a:bodyPr>
            <a:normAutofit fontScale="85000" lnSpcReduction="20000"/>
          </a:bodyPr>
          <a:lstStyle/>
          <a:p>
            <a:pPr marL="457200" indent="-457200" algn="just">
              <a:lnSpc>
                <a:spcPct val="110000"/>
              </a:lnSpc>
              <a:buFont typeface="+mj-lt"/>
              <a:buAutoNum type="arabicPeriod"/>
            </a:pPr>
            <a:r>
              <a:rPr lang="en-US" dirty="0"/>
              <a:t>The names and phone numbers of each coach that do not coach any team.</a:t>
            </a:r>
          </a:p>
          <a:p>
            <a:pPr marL="457200" indent="-457200" algn="just">
              <a:lnSpc>
                <a:spcPct val="110000"/>
              </a:lnSpc>
              <a:buFont typeface="+mj-lt"/>
              <a:buAutoNum type="arabicPeriod"/>
            </a:pPr>
            <a:r>
              <a:rPr lang="en-US" dirty="0"/>
              <a:t>The Games table, sorted by the date of each game. </a:t>
            </a:r>
          </a:p>
          <a:p>
            <a:pPr marL="457200" indent="-457200" algn="just">
              <a:lnSpc>
                <a:spcPct val="110000"/>
              </a:lnSpc>
              <a:buFont typeface="+mj-lt"/>
              <a:buAutoNum type="arabicPeriod"/>
            </a:pPr>
            <a:r>
              <a:rPr lang="en-US" dirty="0"/>
              <a:t>The Games table, sorted from highest to lowest points scored by the home team, and among games with equal home scores, from smallest to largest points scored by the visiting team.</a:t>
            </a:r>
          </a:p>
          <a:p>
            <a:pPr marL="457200" indent="-457200" algn="just">
              <a:lnSpc>
                <a:spcPct val="110000"/>
              </a:lnSpc>
              <a:buFont typeface="+mj-lt"/>
              <a:buAutoNum type="arabicPeriod"/>
            </a:pPr>
            <a:r>
              <a:rPr lang="en-US" dirty="0"/>
              <a:t>The Games table, sorted by goal differential between the home team and the visiting team, with the largest home wins first.</a:t>
            </a:r>
          </a:p>
          <a:p>
            <a:pPr marL="457200" indent="-457200" algn="just">
              <a:lnSpc>
                <a:spcPct val="110000"/>
              </a:lnSpc>
              <a:buFont typeface="+mj-lt"/>
              <a:buAutoNum type="arabicPeriod"/>
            </a:pPr>
            <a:r>
              <a:rPr lang="en-US" dirty="0"/>
              <a:t>The date of each game and its total number of points scored (home and visiting teams combined), sorted by the total number of points scored.</a:t>
            </a:r>
          </a:p>
          <a:p>
            <a:pPr marL="457200" indent="-457200" algn="just">
              <a:lnSpc>
                <a:spcPct val="110000"/>
              </a:lnSpc>
              <a:buFont typeface="+mj-lt"/>
              <a:buAutoNum type="arabicPeriod"/>
            </a:pPr>
            <a:r>
              <a:rPr lang="en-US" dirty="0"/>
              <a:t>The average difference between the home and visiting team score, but only for games played between September 12</a:t>
            </a:r>
            <a:r>
              <a:rPr lang="en-US" baseline="30000" dirty="0"/>
              <a:t>th</a:t>
            </a:r>
            <a:r>
              <a:rPr lang="en-US" dirty="0"/>
              <a:t> and 19</a:t>
            </a:r>
            <a:r>
              <a:rPr lang="en-US" baseline="30000" dirty="0"/>
              <a:t>th</a:t>
            </a:r>
            <a:r>
              <a:rPr lang="en-US" dirty="0"/>
              <a:t> (2005), inclusive.</a:t>
            </a:r>
          </a:p>
        </p:txBody>
      </p:sp>
      <p:sp>
        <p:nvSpPr>
          <p:cNvPr id="4" name="Slide Number Placeholder 3"/>
          <p:cNvSpPr>
            <a:spLocks noGrp="1"/>
          </p:cNvSpPr>
          <p:nvPr>
            <p:ph type="sldNum" sz="quarter" idx="12"/>
          </p:nvPr>
        </p:nvSpPr>
        <p:spPr/>
        <p:txBody>
          <a:bodyPr/>
          <a:lstStyle/>
          <a:p>
            <a:fld id="{87F3E754-1C97-4481-A18C-9D97ADBDF344}" type="slidenum">
              <a:rPr lang="en-US" smtClean="0"/>
              <a:t>5</a:t>
            </a:fld>
            <a:endParaRPr lang="en-US" dirty="0"/>
          </a:p>
        </p:txBody>
      </p:sp>
    </p:spTree>
    <p:extLst>
      <p:ext uri="{BB962C8B-B14F-4D97-AF65-F5344CB8AC3E}">
        <p14:creationId xmlns:p14="http://schemas.microsoft.com/office/powerpoint/2010/main" val="152333902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01590" y="235923"/>
            <a:ext cx="8079581" cy="925613"/>
          </a:xfrm>
        </p:spPr>
        <p:txBody>
          <a:bodyPr>
            <a:normAutofit/>
          </a:bodyPr>
          <a:lstStyle/>
          <a:p>
            <a:r>
              <a:rPr lang="en-US" dirty="0"/>
              <a:t>Create a SQL query that shows…</a:t>
            </a:r>
          </a:p>
        </p:txBody>
      </p:sp>
      <p:sp>
        <p:nvSpPr>
          <p:cNvPr id="3" name="Content Placeholder 2"/>
          <p:cNvSpPr>
            <a:spLocks noGrp="1"/>
          </p:cNvSpPr>
          <p:nvPr>
            <p:ph idx="1"/>
          </p:nvPr>
        </p:nvSpPr>
        <p:spPr>
          <a:xfrm>
            <a:off x="1846386" y="1268463"/>
            <a:ext cx="8467387" cy="5479179"/>
          </a:xfrm>
        </p:spPr>
        <p:txBody>
          <a:bodyPr>
            <a:normAutofit/>
          </a:bodyPr>
          <a:lstStyle/>
          <a:p>
            <a:pPr marL="457200" indent="-457200" algn="just">
              <a:lnSpc>
                <a:spcPct val="110000"/>
              </a:lnSpc>
              <a:buFont typeface="+mj-lt"/>
              <a:buAutoNum type="arabicPeriod" startAt="7"/>
            </a:pPr>
            <a:r>
              <a:rPr lang="en-US" sz="2200" dirty="0"/>
              <a:t>First names, last names, and phone numbers of all players with skill level “A”, followed by their team nicknames. Sort the results by team nickname, and then by players last name.</a:t>
            </a:r>
          </a:p>
          <a:p>
            <a:pPr marL="457200" indent="-457200" algn="just">
              <a:lnSpc>
                <a:spcPct val="110000"/>
              </a:lnSpc>
              <a:buFont typeface="Arial" pitchFamily="34" charset="0"/>
              <a:buAutoNum type="arabicPeriod" startAt="7"/>
            </a:pPr>
            <a:r>
              <a:rPr lang="en-US" sz="2200" dirty="0"/>
              <a:t>Name, phone number and team nickname of each coach. All coaches must be listed, even if they do not have a team.</a:t>
            </a:r>
          </a:p>
          <a:p>
            <a:pPr marL="457200" indent="-457200" algn="just">
              <a:lnSpc>
                <a:spcPct val="110000"/>
              </a:lnSpc>
              <a:buFont typeface="Arial" pitchFamily="34" charset="0"/>
              <a:buAutoNum type="arabicPeriod" startAt="7"/>
            </a:pPr>
            <a:r>
              <a:rPr lang="en-US" sz="2200" b="1" dirty="0"/>
              <a:t>Show the teams (nickname) that have at least 3 players with ranking either “A” or “B”, together with the number of such players. The results should be sorted by the number of such players, with largest number first. Teams with the same number of such players should be listed in alphabetical order by nickname. </a:t>
            </a:r>
          </a:p>
          <a:p>
            <a:pPr marL="457200" indent="-457200" algn="just">
              <a:lnSpc>
                <a:spcPct val="110000"/>
              </a:lnSpc>
              <a:buFont typeface="Arial" pitchFamily="34" charset="0"/>
              <a:buAutoNum type="arabicPeriod" startAt="7"/>
            </a:pPr>
            <a:endParaRPr lang="en-US" sz="2200" dirty="0"/>
          </a:p>
          <a:p>
            <a:pPr marL="457200" indent="-457200" algn="just">
              <a:lnSpc>
                <a:spcPct val="110000"/>
              </a:lnSpc>
              <a:buAutoNum type="arabicPeriod" startAt="7"/>
            </a:pPr>
            <a:endParaRPr lang="en-US" sz="2200" dirty="0"/>
          </a:p>
          <a:p>
            <a:pPr marL="457200" indent="-457200" algn="just">
              <a:lnSpc>
                <a:spcPct val="110000"/>
              </a:lnSpc>
              <a:buFont typeface="+mj-lt"/>
              <a:buAutoNum type="arabicPeriod" startAt="7"/>
            </a:pPr>
            <a:endParaRPr lang="en-US" sz="2200" dirty="0"/>
          </a:p>
          <a:p>
            <a:pPr marL="457200" indent="-457200" algn="just">
              <a:lnSpc>
                <a:spcPct val="110000"/>
              </a:lnSpc>
              <a:buFont typeface="+mj-lt"/>
              <a:buAutoNum type="arabicPeriod" startAt="7"/>
            </a:pPr>
            <a:endParaRPr lang="en-US" sz="2200" dirty="0"/>
          </a:p>
          <a:p>
            <a:pPr marL="457200" indent="-457200" algn="just">
              <a:lnSpc>
                <a:spcPct val="110000"/>
              </a:lnSpc>
              <a:buFont typeface="+mj-lt"/>
              <a:buAutoNum type="arabicPeriod" startAt="7"/>
            </a:pPr>
            <a:endParaRPr lang="en-US" sz="2200" dirty="0"/>
          </a:p>
        </p:txBody>
      </p:sp>
      <p:sp>
        <p:nvSpPr>
          <p:cNvPr id="5" name="Slide Number Placeholder 4"/>
          <p:cNvSpPr>
            <a:spLocks noGrp="1"/>
          </p:cNvSpPr>
          <p:nvPr>
            <p:ph type="sldNum" sz="quarter" idx="12"/>
          </p:nvPr>
        </p:nvSpPr>
        <p:spPr/>
        <p:txBody>
          <a:bodyPr/>
          <a:lstStyle/>
          <a:p>
            <a:fld id="{87F3E754-1C97-4481-A18C-9D97ADBDF344}" type="slidenum">
              <a:rPr lang="en-US" smtClean="0"/>
              <a:t>6</a:t>
            </a:fld>
            <a:endParaRPr lang="en-US" dirty="0"/>
          </a:p>
        </p:txBody>
      </p:sp>
    </p:spTree>
    <p:extLst>
      <p:ext uri="{BB962C8B-B14F-4D97-AF65-F5344CB8AC3E}">
        <p14:creationId xmlns:p14="http://schemas.microsoft.com/office/powerpoint/2010/main" val="76301352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01590" y="235923"/>
            <a:ext cx="8079581" cy="925613"/>
          </a:xfrm>
        </p:spPr>
        <p:txBody>
          <a:bodyPr>
            <a:normAutofit/>
          </a:bodyPr>
          <a:lstStyle/>
          <a:p>
            <a:r>
              <a:rPr lang="en-US" dirty="0"/>
              <a:t>Create a SQL query that shows…</a:t>
            </a:r>
          </a:p>
        </p:txBody>
      </p:sp>
      <p:sp>
        <p:nvSpPr>
          <p:cNvPr id="3" name="Content Placeholder 2"/>
          <p:cNvSpPr>
            <a:spLocks noGrp="1"/>
          </p:cNvSpPr>
          <p:nvPr>
            <p:ph idx="1"/>
          </p:nvPr>
        </p:nvSpPr>
        <p:spPr>
          <a:xfrm>
            <a:off x="1696280" y="1374805"/>
            <a:ext cx="8701377" cy="5153463"/>
          </a:xfrm>
        </p:spPr>
        <p:txBody>
          <a:bodyPr>
            <a:noAutofit/>
          </a:bodyPr>
          <a:lstStyle/>
          <a:p>
            <a:pPr marL="457200" indent="-457200" algn="just">
              <a:lnSpc>
                <a:spcPct val="110000"/>
              </a:lnSpc>
              <a:buFont typeface="+mj-lt"/>
              <a:buAutoNum type="arabicPeriod" startAt="10"/>
            </a:pPr>
            <a:r>
              <a:rPr lang="en-US" b="1" dirty="0">
                <a:solidFill>
                  <a:srgbClr val="000000"/>
                </a:solidFill>
              </a:rPr>
              <a:t>The names of all players who participated in games played in two specific dates, </a:t>
            </a:r>
            <a:r>
              <a:rPr lang="en-US" b="1">
                <a:solidFill>
                  <a:srgbClr val="000000"/>
                </a:solidFill>
              </a:rPr>
              <a:t>either on </a:t>
            </a:r>
            <a:r>
              <a:rPr lang="en-US" b="1" dirty="0">
                <a:solidFill>
                  <a:srgbClr val="000000"/>
                </a:solidFill>
              </a:rPr>
              <a:t>September </a:t>
            </a:r>
            <a:r>
              <a:rPr lang="en-US" b="1">
                <a:solidFill>
                  <a:srgbClr val="000000"/>
                </a:solidFill>
              </a:rPr>
              <a:t>5 or </a:t>
            </a:r>
            <a:r>
              <a:rPr lang="en-US" b="1" dirty="0">
                <a:solidFill>
                  <a:srgbClr val="000000"/>
                </a:solidFill>
              </a:rPr>
              <a:t>September 26</a:t>
            </a:r>
            <a:r>
              <a:rPr lang="en-US" b="1">
                <a:solidFill>
                  <a:srgbClr val="000000"/>
                </a:solidFill>
              </a:rPr>
              <a:t>, 2005, or both. </a:t>
            </a:r>
            <a:endParaRPr lang="en-US" b="1" dirty="0">
              <a:solidFill>
                <a:srgbClr val="000000"/>
              </a:solidFill>
            </a:endParaRPr>
          </a:p>
          <a:p>
            <a:pPr marL="457200" indent="-457200" algn="just">
              <a:lnSpc>
                <a:spcPct val="110000"/>
              </a:lnSpc>
              <a:buFont typeface="Arial" pitchFamily="34" charset="0"/>
              <a:buAutoNum type="arabicPeriod" startAt="10"/>
            </a:pPr>
            <a:r>
              <a:rPr lang="en-US" dirty="0"/>
              <a:t> The coach name, team nickname, and player name for all pairs of players and coaches associated with the same team for which the coach has status “2” and the player has an “A” rating.</a:t>
            </a:r>
          </a:p>
          <a:p>
            <a:pPr marL="457200" indent="-457200" algn="just">
              <a:lnSpc>
                <a:spcPct val="110000"/>
              </a:lnSpc>
              <a:buAutoNum type="arabicPeriod" startAt="10"/>
            </a:pPr>
            <a:endParaRPr lang="en-US" dirty="0"/>
          </a:p>
          <a:p>
            <a:pPr marL="457200" indent="-457200" algn="just">
              <a:lnSpc>
                <a:spcPct val="110000"/>
              </a:lnSpc>
              <a:buFont typeface="+mj-lt"/>
              <a:buAutoNum type="arabicPeriod" startAt="10"/>
            </a:pPr>
            <a:endParaRPr lang="en-US" dirty="0"/>
          </a:p>
        </p:txBody>
      </p:sp>
      <p:sp>
        <p:nvSpPr>
          <p:cNvPr id="4" name="Slide Number Placeholder 3"/>
          <p:cNvSpPr>
            <a:spLocks noGrp="1"/>
          </p:cNvSpPr>
          <p:nvPr>
            <p:ph type="sldNum" sz="quarter" idx="12"/>
          </p:nvPr>
        </p:nvSpPr>
        <p:spPr/>
        <p:txBody>
          <a:bodyPr/>
          <a:lstStyle/>
          <a:p>
            <a:fld id="{87F3E754-1C97-4481-A18C-9D97ADBDF344}" type="slidenum">
              <a:rPr lang="en-US" smtClean="0"/>
              <a:t>7</a:t>
            </a:fld>
            <a:endParaRPr lang="en-US"/>
          </a:p>
        </p:txBody>
      </p:sp>
    </p:spTree>
    <p:extLst>
      <p:ext uri="{BB962C8B-B14F-4D97-AF65-F5344CB8AC3E}">
        <p14:creationId xmlns:p14="http://schemas.microsoft.com/office/powerpoint/2010/main" val="161083745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714</Words>
  <Application>Microsoft Office PowerPoint</Application>
  <PresentationFormat>Widescreen</PresentationFormat>
  <Paragraphs>52</Paragraphs>
  <Slides>7</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7</vt:i4>
      </vt:variant>
    </vt:vector>
  </HeadingPairs>
  <TitlesOfParts>
    <vt:vector size="12" baseType="lpstr">
      <vt:lpstr>Arial</vt:lpstr>
      <vt:lpstr>Calibri</vt:lpstr>
      <vt:lpstr>Calibri Light</vt:lpstr>
      <vt:lpstr>Wingdings</vt:lpstr>
      <vt:lpstr>Office Theme</vt:lpstr>
      <vt:lpstr>SQL V – practice exercises</vt:lpstr>
      <vt:lpstr>Outline</vt:lpstr>
      <vt:lpstr>DB Design - Sports League</vt:lpstr>
      <vt:lpstr>Solution</vt:lpstr>
      <vt:lpstr>Create a SQL query that shows…</vt:lpstr>
      <vt:lpstr>Create a SQL query that shows…</vt:lpstr>
      <vt:lpstr>Create a SQL query that shows…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SQL V – practice exercises</dc:title>
  <dc:creator>Disha Parkhi</dc:creator>
  <cp:lastModifiedBy>Disha Parkhi</cp:lastModifiedBy>
  <cp:revision>1</cp:revision>
  <dcterms:created xsi:type="dcterms:W3CDTF">2020-08-22T21:54:54Z</dcterms:created>
  <dcterms:modified xsi:type="dcterms:W3CDTF">2020-08-22T21:55:19Z</dcterms:modified>
</cp:coreProperties>
</file>
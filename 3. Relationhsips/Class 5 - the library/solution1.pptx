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73" r:id="rId3"/>
    <p:sldId id="259" r:id="rId4"/>
    <p:sldId id="272" r:id="rId5"/>
    <p:sldId id="270" r:id="rId6"/>
    <p:sldId id="27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9EBC6CB-40D6-4A1A-9023-0284336F1BEA}">
          <p14:sldIdLst/>
        </p14:section>
        <p14:section name="Default Section" id="{C892008D-43F3-4264-941F-487151B80BC1}">
          <p14:sldIdLst>
            <p14:sldId id="258"/>
            <p14:sldId id="273"/>
            <p14:sldId id="259"/>
            <p14:sldId id="272"/>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125" d="100"/>
          <a:sy n="125" d="100"/>
        </p:scale>
        <p:origin x="-3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sha Parkhi" userId="7ca7a02737f3c9a0" providerId="LiveId" clId="{D3CCD721-9163-4C1C-8A17-40D6C88DFFB2}"/>
    <pc:docChg chg="custSel modSld">
      <pc:chgData name="Disha Parkhi" userId="7ca7a02737f3c9a0" providerId="LiveId" clId="{D3CCD721-9163-4C1C-8A17-40D6C88DFFB2}" dt="2021-03-08T19:32:12.181" v="210" actId="20577"/>
      <pc:docMkLst>
        <pc:docMk/>
      </pc:docMkLst>
      <pc:sldChg chg="addSp modSp mod modClrScheme chgLayout">
        <pc:chgData name="Disha Parkhi" userId="7ca7a02737f3c9a0" providerId="LiveId" clId="{D3CCD721-9163-4C1C-8A17-40D6C88DFFB2}" dt="2021-03-08T19:32:12.181" v="210" actId="20577"/>
        <pc:sldMkLst>
          <pc:docMk/>
          <pc:sldMk cId="3567647031" sldId="272"/>
        </pc:sldMkLst>
        <pc:spChg chg="mod ord">
          <ac:chgData name="Disha Parkhi" userId="7ca7a02737f3c9a0" providerId="LiveId" clId="{D3CCD721-9163-4C1C-8A17-40D6C88DFFB2}" dt="2021-03-08T19:29:28.089" v="4" actId="700"/>
          <ac:spMkLst>
            <pc:docMk/>
            <pc:sldMk cId="3567647031" sldId="272"/>
            <ac:spMk id="2" creationId="{00000000-0000-0000-0000-000000000000}"/>
          </ac:spMkLst>
        </pc:spChg>
        <pc:spChg chg="add mod ord">
          <ac:chgData name="Disha Parkhi" userId="7ca7a02737f3c9a0" providerId="LiveId" clId="{D3CCD721-9163-4C1C-8A17-40D6C88DFFB2}" dt="2021-03-08T19:29:28.089" v="4" actId="700"/>
          <ac:spMkLst>
            <pc:docMk/>
            <pc:sldMk cId="3567647031" sldId="272"/>
            <ac:spMk id="3" creationId="{42399911-D144-4A20-B8A9-34251F39B220}"/>
          </ac:spMkLst>
        </pc:spChg>
        <pc:spChg chg="mod ord">
          <ac:chgData name="Disha Parkhi" userId="7ca7a02737f3c9a0" providerId="LiveId" clId="{D3CCD721-9163-4C1C-8A17-40D6C88DFFB2}" dt="2021-03-08T19:29:28.089" v="4" actId="700"/>
          <ac:spMkLst>
            <pc:docMk/>
            <pc:sldMk cId="3567647031" sldId="272"/>
            <ac:spMk id="4" creationId="{00000000-0000-0000-0000-000000000000}"/>
          </ac:spMkLst>
        </pc:spChg>
        <pc:spChg chg="add mod ord">
          <ac:chgData name="Disha Parkhi" userId="7ca7a02737f3c9a0" providerId="LiveId" clId="{D3CCD721-9163-4C1C-8A17-40D6C88DFFB2}" dt="2021-03-08T19:32:12.181" v="210" actId="20577"/>
          <ac:spMkLst>
            <pc:docMk/>
            <pc:sldMk cId="3567647031" sldId="272"/>
            <ac:spMk id="7" creationId="{92DE442C-0CD0-4C45-8164-DE9462D9A542}"/>
          </ac:spMkLst>
        </pc:spChg>
        <pc:graphicFrameChg chg="mod">
          <ac:chgData name="Disha Parkhi" userId="7ca7a02737f3c9a0" providerId="LiveId" clId="{D3CCD721-9163-4C1C-8A17-40D6C88DFFB2}" dt="2021-03-08T19:29:33.374" v="6" actId="1076"/>
          <ac:graphicFrameMkLst>
            <pc:docMk/>
            <pc:sldMk cId="3567647031" sldId="272"/>
            <ac:graphicFrameMk id="6" creationId="{00000000-0000-0000-0000-000000000000}"/>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2C5BC-2176-4B71-9A45-DF3BD2A68C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FA2128-D919-4D61-831A-7CBDC7DD23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0B7358-3AE6-4189-B45F-925D893F0A54}"/>
              </a:ext>
            </a:extLst>
          </p:cNvPr>
          <p:cNvSpPr>
            <a:spLocks noGrp="1"/>
          </p:cNvSpPr>
          <p:nvPr>
            <p:ph type="dt" sz="half" idx="10"/>
          </p:nvPr>
        </p:nvSpPr>
        <p:spPr/>
        <p:txBody>
          <a:bodyPr/>
          <a:lstStyle/>
          <a:p>
            <a:fld id="{7904EAAD-C40D-421E-8465-953EE756C825}" type="datetimeFigureOut">
              <a:rPr lang="en-US" smtClean="0"/>
              <a:t>3/8/2021</a:t>
            </a:fld>
            <a:endParaRPr lang="en-US"/>
          </a:p>
        </p:txBody>
      </p:sp>
      <p:sp>
        <p:nvSpPr>
          <p:cNvPr id="5" name="Footer Placeholder 4">
            <a:extLst>
              <a:ext uri="{FF2B5EF4-FFF2-40B4-BE49-F238E27FC236}">
                <a16:creationId xmlns:a16="http://schemas.microsoft.com/office/drawing/2014/main" id="{B30F6869-8AC0-489C-986A-7A5AB74544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C2032A-B6DA-4EF6-869E-DCC16357BD22}"/>
              </a:ext>
            </a:extLst>
          </p:cNvPr>
          <p:cNvSpPr>
            <a:spLocks noGrp="1"/>
          </p:cNvSpPr>
          <p:nvPr>
            <p:ph type="sldNum" sz="quarter" idx="12"/>
          </p:nvPr>
        </p:nvSpPr>
        <p:spPr/>
        <p:txBody>
          <a:bodyPr/>
          <a:lstStyle/>
          <a:p>
            <a:fld id="{4EFFFB4B-E45D-44AE-8955-37A617BE1F4A}" type="slidenum">
              <a:rPr lang="en-US" smtClean="0"/>
              <a:t>‹#›</a:t>
            </a:fld>
            <a:endParaRPr lang="en-US"/>
          </a:p>
        </p:txBody>
      </p:sp>
    </p:spTree>
    <p:extLst>
      <p:ext uri="{BB962C8B-B14F-4D97-AF65-F5344CB8AC3E}">
        <p14:creationId xmlns:p14="http://schemas.microsoft.com/office/powerpoint/2010/main" val="1310358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CA92A-03EC-4FF7-A9E0-0CA24EBA7D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E5FACD-280E-487B-8B0D-61240C0F06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21E4CD-EBC1-4556-A976-E124F52AB56F}"/>
              </a:ext>
            </a:extLst>
          </p:cNvPr>
          <p:cNvSpPr>
            <a:spLocks noGrp="1"/>
          </p:cNvSpPr>
          <p:nvPr>
            <p:ph type="dt" sz="half" idx="10"/>
          </p:nvPr>
        </p:nvSpPr>
        <p:spPr/>
        <p:txBody>
          <a:bodyPr/>
          <a:lstStyle/>
          <a:p>
            <a:fld id="{7904EAAD-C40D-421E-8465-953EE756C825}" type="datetimeFigureOut">
              <a:rPr lang="en-US" smtClean="0"/>
              <a:t>3/8/2021</a:t>
            </a:fld>
            <a:endParaRPr lang="en-US"/>
          </a:p>
        </p:txBody>
      </p:sp>
      <p:sp>
        <p:nvSpPr>
          <p:cNvPr id="5" name="Footer Placeholder 4">
            <a:extLst>
              <a:ext uri="{FF2B5EF4-FFF2-40B4-BE49-F238E27FC236}">
                <a16:creationId xmlns:a16="http://schemas.microsoft.com/office/drawing/2014/main" id="{34DDD3B0-BEB6-460D-B4D0-536EAF4B44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8AA322-055F-4DA6-9F5A-DDC2EDF11C91}"/>
              </a:ext>
            </a:extLst>
          </p:cNvPr>
          <p:cNvSpPr>
            <a:spLocks noGrp="1"/>
          </p:cNvSpPr>
          <p:nvPr>
            <p:ph type="sldNum" sz="quarter" idx="12"/>
          </p:nvPr>
        </p:nvSpPr>
        <p:spPr/>
        <p:txBody>
          <a:bodyPr/>
          <a:lstStyle/>
          <a:p>
            <a:fld id="{4EFFFB4B-E45D-44AE-8955-37A617BE1F4A}" type="slidenum">
              <a:rPr lang="en-US" smtClean="0"/>
              <a:t>‹#›</a:t>
            </a:fld>
            <a:endParaRPr lang="en-US"/>
          </a:p>
        </p:txBody>
      </p:sp>
    </p:spTree>
    <p:extLst>
      <p:ext uri="{BB962C8B-B14F-4D97-AF65-F5344CB8AC3E}">
        <p14:creationId xmlns:p14="http://schemas.microsoft.com/office/powerpoint/2010/main" val="2216297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C8286-935F-427C-9CFF-BF6F0D99F1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C72E86-AF73-4B82-83F7-1B2616A1EC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FACBE4-C15E-444D-BE28-74BB8B107B40}"/>
              </a:ext>
            </a:extLst>
          </p:cNvPr>
          <p:cNvSpPr>
            <a:spLocks noGrp="1"/>
          </p:cNvSpPr>
          <p:nvPr>
            <p:ph type="dt" sz="half" idx="10"/>
          </p:nvPr>
        </p:nvSpPr>
        <p:spPr/>
        <p:txBody>
          <a:bodyPr/>
          <a:lstStyle/>
          <a:p>
            <a:fld id="{7904EAAD-C40D-421E-8465-953EE756C825}" type="datetimeFigureOut">
              <a:rPr lang="en-US" smtClean="0"/>
              <a:t>3/8/2021</a:t>
            </a:fld>
            <a:endParaRPr lang="en-US"/>
          </a:p>
        </p:txBody>
      </p:sp>
      <p:sp>
        <p:nvSpPr>
          <p:cNvPr id="5" name="Footer Placeholder 4">
            <a:extLst>
              <a:ext uri="{FF2B5EF4-FFF2-40B4-BE49-F238E27FC236}">
                <a16:creationId xmlns:a16="http://schemas.microsoft.com/office/drawing/2014/main" id="{63D3EB5C-953D-4448-B76A-F589B5E80C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1BFB6E-85E7-4FE5-B94C-8AA11ED360E9}"/>
              </a:ext>
            </a:extLst>
          </p:cNvPr>
          <p:cNvSpPr>
            <a:spLocks noGrp="1"/>
          </p:cNvSpPr>
          <p:nvPr>
            <p:ph type="sldNum" sz="quarter" idx="12"/>
          </p:nvPr>
        </p:nvSpPr>
        <p:spPr/>
        <p:txBody>
          <a:bodyPr/>
          <a:lstStyle/>
          <a:p>
            <a:fld id="{4EFFFB4B-E45D-44AE-8955-37A617BE1F4A}" type="slidenum">
              <a:rPr lang="en-US" smtClean="0"/>
              <a:t>‹#›</a:t>
            </a:fld>
            <a:endParaRPr lang="en-US"/>
          </a:p>
        </p:txBody>
      </p:sp>
    </p:spTree>
    <p:extLst>
      <p:ext uri="{BB962C8B-B14F-4D97-AF65-F5344CB8AC3E}">
        <p14:creationId xmlns:p14="http://schemas.microsoft.com/office/powerpoint/2010/main" val="656879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C693F-33C3-4EF8-B622-AC95A9B7EA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9CFBE1-EAAA-49A5-B7F0-D28AF6D5CA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6DB639-0323-41FB-BCC6-5947B9F77D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975C66-DE33-4115-A405-8382EF55385A}"/>
              </a:ext>
            </a:extLst>
          </p:cNvPr>
          <p:cNvSpPr>
            <a:spLocks noGrp="1"/>
          </p:cNvSpPr>
          <p:nvPr>
            <p:ph type="dt" sz="half" idx="10"/>
          </p:nvPr>
        </p:nvSpPr>
        <p:spPr/>
        <p:txBody>
          <a:bodyPr/>
          <a:lstStyle/>
          <a:p>
            <a:fld id="{7904EAAD-C40D-421E-8465-953EE756C825}" type="datetimeFigureOut">
              <a:rPr lang="en-US" smtClean="0"/>
              <a:t>3/8/2021</a:t>
            </a:fld>
            <a:endParaRPr lang="en-US"/>
          </a:p>
        </p:txBody>
      </p:sp>
      <p:sp>
        <p:nvSpPr>
          <p:cNvPr id="6" name="Footer Placeholder 5">
            <a:extLst>
              <a:ext uri="{FF2B5EF4-FFF2-40B4-BE49-F238E27FC236}">
                <a16:creationId xmlns:a16="http://schemas.microsoft.com/office/drawing/2014/main" id="{C4608D90-A773-4BDE-B4D0-4BE804A762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A2E523-B582-41C7-B043-5004C043FCFE}"/>
              </a:ext>
            </a:extLst>
          </p:cNvPr>
          <p:cNvSpPr>
            <a:spLocks noGrp="1"/>
          </p:cNvSpPr>
          <p:nvPr>
            <p:ph type="sldNum" sz="quarter" idx="12"/>
          </p:nvPr>
        </p:nvSpPr>
        <p:spPr/>
        <p:txBody>
          <a:bodyPr/>
          <a:lstStyle/>
          <a:p>
            <a:fld id="{4EFFFB4B-E45D-44AE-8955-37A617BE1F4A}" type="slidenum">
              <a:rPr lang="en-US" smtClean="0"/>
              <a:t>‹#›</a:t>
            </a:fld>
            <a:endParaRPr lang="en-US"/>
          </a:p>
        </p:txBody>
      </p:sp>
    </p:spTree>
    <p:extLst>
      <p:ext uri="{BB962C8B-B14F-4D97-AF65-F5344CB8AC3E}">
        <p14:creationId xmlns:p14="http://schemas.microsoft.com/office/powerpoint/2010/main" val="1465088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5B46D-C965-44FD-BE74-B9601A07A1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3B5C9C-5693-4E96-BFC0-254C391454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F0ADAA-21C3-4170-8AF5-AF093145AC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623AFA-D7B3-4D55-8D48-78168D05F2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5BE53F-EA4C-4C32-B359-286A3160F7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2349F5-8824-44C6-AFA4-593621AE860A}"/>
              </a:ext>
            </a:extLst>
          </p:cNvPr>
          <p:cNvSpPr>
            <a:spLocks noGrp="1"/>
          </p:cNvSpPr>
          <p:nvPr>
            <p:ph type="dt" sz="half" idx="10"/>
          </p:nvPr>
        </p:nvSpPr>
        <p:spPr/>
        <p:txBody>
          <a:bodyPr/>
          <a:lstStyle/>
          <a:p>
            <a:fld id="{7904EAAD-C40D-421E-8465-953EE756C825}" type="datetimeFigureOut">
              <a:rPr lang="en-US" smtClean="0"/>
              <a:t>3/8/2021</a:t>
            </a:fld>
            <a:endParaRPr lang="en-US"/>
          </a:p>
        </p:txBody>
      </p:sp>
      <p:sp>
        <p:nvSpPr>
          <p:cNvPr id="8" name="Footer Placeholder 7">
            <a:extLst>
              <a:ext uri="{FF2B5EF4-FFF2-40B4-BE49-F238E27FC236}">
                <a16:creationId xmlns:a16="http://schemas.microsoft.com/office/drawing/2014/main" id="{129345CE-9EF4-475A-A93C-AE45E0197D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82526F-D630-462D-AF2C-13749B5BCF35}"/>
              </a:ext>
            </a:extLst>
          </p:cNvPr>
          <p:cNvSpPr>
            <a:spLocks noGrp="1"/>
          </p:cNvSpPr>
          <p:nvPr>
            <p:ph type="sldNum" sz="quarter" idx="12"/>
          </p:nvPr>
        </p:nvSpPr>
        <p:spPr/>
        <p:txBody>
          <a:bodyPr/>
          <a:lstStyle/>
          <a:p>
            <a:fld id="{4EFFFB4B-E45D-44AE-8955-37A617BE1F4A}" type="slidenum">
              <a:rPr lang="en-US" smtClean="0"/>
              <a:t>‹#›</a:t>
            </a:fld>
            <a:endParaRPr lang="en-US"/>
          </a:p>
        </p:txBody>
      </p:sp>
    </p:spTree>
    <p:extLst>
      <p:ext uri="{BB962C8B-B14F-4D97-AF65-F5344CB8AC3E}">
        <p14:creationId xmlns:p14="http://schemas.microsoft.com/office/powerpoint/2010/main" val="2356315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38173-39D4-4193-BDDC-15DDFC9C9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A6DF2B4-A039-452C-AD15-C5106CB26D3B}"/>
              </a:ext>
            </a:extLst>
          </p:cNvPr>
          <p:cNvSpPr>
            <a:spLocks noGrp="1"/>
          </p:cNvSpPr>
          <p:nvPr>
            <p:ph type="dt" sz="half" idx="10"/>
          </p:nvPr>
        </p:nvSpPr>
        <p:spPr/>
        <p:txBody>
          <a:bodyPr/>
          <a:lstStyle/>
          <a:p>
            <a:fld id="{7904EAAD-C40D-421E-8465-953EE756C825}" type="datetimeFigureOut">
              <a:rPr lang="en-US" smtClean="0"/>
              <a:t>3/8/2021</a:t>
            </a:fld>
            <a:endParaRPr lang="en-US"/>
          </a:p>
        </p:txBody>
      </p:sp>
      <p:sp>
        <p:nvSpPr>
          <p:cNvPr id="4" name="Footer Placeholder 3">
            <a:extLst>
              <a:ext uri="{FF2B5EF4-FFF2-40B4-BE49-F238E27FC236}">
                <a16:creationId xmlns:a16="http://schemas.microsoft.com/office/drawing/2014/main" id="{62E77DC8-B56C-4188-A326-7320459142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4600C6-6ABE-442D-A52A-90BC767D78C3}"/>
              </a:ext>
            </a:extLst>
          </p:cNvPr>
          <p:cNvSpPr>
            <a:spLocks noGrp="1"/>
          </p:cNvSpPr>
          <p:nvPr>
            <p:ph type="sldNum" sz="quarter" idx="12"/>
          </p:nvPr>
        </p:nvSpPr>
        <p:spPr/>
        <p:txBody>
          <a:bodyPr/>
          <a:lstStyle/>
          <a:p>
            <a:fld id="{4EFFFB4B-E45D-44AE-8955-37A617BE1F4A}" type="slidenum">
              <a:rPr lang="en-US" smtClean="0"/>
              <a:t>‹#›</a:t>
            </a:fld>
            <a:endParaRPr lang="en-US"/>
          </a:p>
        </p:txBody>
      </p:sp>
    </p:spTree>
    <p:extLst>
      <p:ext uri="{BB962C8B-B14F-4D97-AF65-F5344CB8AC3E}">
        <p14:creationId xmlns:p14="http://schemas.microsoft.com/office/powerpoint/2010/main" val="361912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202612-82BB-4A95-967E-56260356A3E3}"/>
              </a:ext>
            </a:extLst>
          </p:cNvPr>
          <p:cNvSpPr>
            <a:spLocks noGrp="1"/>
          </p:cNvSpPr>
          <p:nvPr>
            <p:ph type="dt" sz="half" idx="10"/>
          </p:nvPr>
        </p:nvSpPr>
        <p:spPr/>
        <p:txBody>
          <a:bodyPr/>
          <a:lstStyle/>
          <a:p>
            <a:fld id="{7904EAAD-C40D-421E-8465-953EE756C825}" type="datetimeFigureOut">
              <a:rPr lang="en-US" smtClean="0"/>
              <a:t>3/8/2021</a:t>
            </a:fld>
            <a:endParaRPr lang="en-US"/>
          </a:p>
        </p:txBody>
      </p:sp>
      <p:sp>
        <p:nvSpPr>
          <p:cNvPr id="3" name="Footer Placeholder 2">
            <a:extLst>
              <a:ext uri="{FF2B5EF4-FFF2-40B4-BE49-F238E27FC236}">
                <a16:creationId xmlns:a16="http://schemas.microsoft.com/office/drawing/2014/main" id="{990D3D6F-814E-414D-9A42-87672A23BF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E57655D-F84E-455A-8111-5119FBBF7677}"/>
              </a:ext>
            </a:extLst>
          </p:cNvPr>
          <p:cNvSpPr>
            <a:spLocks noGrp="1"/>
          </p:cNvSpPr>
          <p:nvPr>
            <p:ph type="sldNum" sz="quarter" idx="12"/>
          </p:nvPr>
        </p:nvSpPr>
        <p:spPr/>
        <p:txBody>
          <a:bodyPr/>
          <a:lstStyle/>
          <a:p>
            <a:fld id="{4EFFFB4B-E45D-44AE-8955-37A617BE1F4A}" type="slidenum">
              <a:rPr lang="en-US" smtClean="0"/>
              <a:t>‹#›</a:t>
            </a:fld>
            <a:endParaRPr lang="en-US"/>
          </a:p>
        </p:txBody>
      </p:sp>
    </p:spTree>
    <p:extLst>
      <p:ext uri="{BB962C8B-B14F-4D97-AF65-F5344CB8AC3E}">
        <p14:creationId xmlns:p14="http://schemas.microsoft.com/office/powerpoint/2010/main" val="2528433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744EB-42D9-4A1B-B86F-42C2827E00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140497-DB34-40FB-836F-9CE556ECB8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88B744-530C-487B-8CDB-2B39C92CF4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E18114-65AD-4022-A6BC-22E9A5769133}"/>
              </a:ext>
            </a:extLst>
          </p:cNvPr>
          <p:cNvSpPr>
            <a:spLocks noGrp="1"/>
          </p:cNvSpPr>
          <p:nvPr>
            <p:ph type="dt" sz="half" idx="10"/>
          </p:nvPr>
        </p:nvSpPr>
        <p:spPr/>
        <p:txBody>
          <a:bodyPr/>
          <a:lstStyle/>
          <a:p>
            <a:fld id="{7904EAAD-C40D-421E-8465-953EE756C825}" type="datetimeFigureOut">
              <a:rPr lang="en-US" smtClean="0"/>
              <a:t>3/8/2021</a:t>
            </a:fld>
            <a:endParaRPr lang="en-US"/>
          </a:p>
        </p:txBody>
      </p:sp>
      <p:sp>
        <p:nvSpPr>
          <p:cNvPr id="6" name="Footer Placeholder 5">
            <a:extLst>
              <a:ext uri="{FF2B5EF4-FFF2-40B4-BE49-F238E27FC236}">
                <a16:creationId xmlns:a16="http://schemas.microsoft.com/office/drawing/2014/main" id="{F8396A71-1429-4AC7-894C-3C94432196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8654D1-EB2E-4DAA-9532-7738920DCF02}"/>
              </a:ext>
            </a:extLst>
          </p:cNvPr>
          <p:cNvSpPr>
            <a:spLocks noGrp="1"/>
          </p:cNvSpPr>
          <p:nvPr>
            <p:ph type="sldNum" sz="quarter" idx="12"/>
          </p:nvPr>
        </p:nvSpPr>
        <p:spPr/>
        <p:txBody>
          <a:bodyPr/>
          <a:lstStyle/>
          <a:p>
            <a:fld id="{4EFFFB4B-E45D-44AE-8955-37A617BE1F4A}" type="slidenum">
              <a:rPr lang="en-US" smtClean="0"/>
              <a:t>‹#›</a:t>
            </a:fld>
            <a:endParaRPr lang="en-US"/>
          </a:p>
        </p:txBody>
      </p:sp>
    </p:spTree>
    <p:extLst>
      <p:ext uri="{BB962C8B-B14F-4D97-AF65-F5344CB8AC3E}">
        <p14:creationId xmlns:p14="http://schemas.microsoft.com/office/powerpoint/2010/main" val="1473802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E201A-38EA-4301-92A3-AA3FA253F3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1C3C90-697F-45F5-AE31-9041F8FBA5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911CD2D-135A-4DD9-90E2-3E9F807EC9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329916-BD6A-4172-BE01-32EFC2E40984}"/>
              </a:ext>
            </a:extLst>
          </p:cNvPr>
          <p:cNvSpPr>
            <a:spLocks noGrp="1"/>
          </p:cNvSpPr>
          <p:nvPr>
            <p:ph type="dt" sz="half" idx="10"/>
          </p:nvPr>
        </p:nvSpPr>
        <p:spPr/>
        <p:txBody>
          <a:bodyPr/>
          <a:lstStyle/>
          <a:p>
            <a:fld id="{7904EAAD-C40D-421E-8465-953EE756C825}" type="datetimeFigureOut">
              <a:rPr lang="en-US" smtClean="0"/>
              <a:t>3/8/2021</a:t>
            </a:fld>
            <a:endParaRPr lang="en-US"/>
          </a:p>
        </p:txBody>
      </p:sp>
      <p:sp>
        <p:nvSpPr>
          <p:cNvPr id="6" name="Footer Placeholder 5">
            <a:extLst>
              <a:ext uri="{FF2B5EF4-FFF2-40B4-BE49-F238E27FC236}">
                <a16:creationId xmlns:a16="http://schemas.microsoft.com/office/drawing/2014/main" id="{09BCACE2-E470-4291-9B7D-28A3E2468D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E6FDEA-3331-4460-8DAA-85CBD57B8FEE}"/>
              </a:ext>
            </a:extLst>
          </p:cNvPr>
          <p:cNvSpPr>
            <a:spLocks noGrp="1"/>
          </p:cNvSpPr>
          <p:nvPr>
            <p:ph type="sldNum" sz="quarter" idx="12"/>
          </p:nvPr>
        </p:nvSpPr>
        <p:spPr/>
        <p:txBody>
          <a:bodyPr/>
          <a:lstStyle/>
          <a:p>
            <a:fld id="{4EFFFB4B-E45D-44AE-8955-37A617BE1F4A}" type="slidenum">
              <a:rPr lang="en-US" smtClean="0"/>
              <a:t>‹#›</a:t>
            </a:fld>
            <a:endParaRPr lang="en-US"/>
          </a:p>
        </p:txBody>
      </p:sp>
    </p:spTree>
    <p:extLst>
      <p:ext uri="{BB962C8B-B14F-4D97-AF65-F5344CB8AC3E}">
        <p14:creationId xmlns:p14="http://schemas.microsoft.com/office/powerpoint/2010/main" val="2097520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E0B54-2AE4-4680-B96B-C3002B94D3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6A81FB-F618-4598-974E-4441920A12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33279E-8977-4516-90DF-6EB0A1897532}"/>
              </a:ext>
            </a:extLst>
          </p:cNvPr>
          <p:cNvSpPr>
            <a:spLocks noGrp="1"/>
          </p:cNvSpPr>
          <p:nvPr>
            <p:ph type="dt" sz="half" idx="10"/>
          </p:nvPr>
        </p:nvSpPr>
        <p:spPr/>
        <p:txBody>
          <a:bodyPr/>
          <a:lstStyle/>
          <a:p>
            <a:fld id="{7904EAAD-C40D-421E-8465-953EE756C825}" type="datetimeFigureOut">
              <a:rPr lang="en-US" smtClean="0"/>
              <a:t>3/8/2021</a:t>
            </a:fld>
            <a:endParaRPr lang="en-US"/>
          </a:p>
        </p:txBody>
      </p:sp>
      <p:sp>
        <p:nvSpPr>
          <p:cNvPr id="5" name="Footer Placeholder 4">
            <a:extLst>
              <a:ext uri="{FF2B5EF4-FFF2-40B4-BE49-F238E27FC236}">
                <a16:creationId xmlns:a16="http://schemas.microsoft.com/office/drawing/2014/main" id="{8F982A58-9A46-4903-ABF0-B1FE156BC2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F7E002-154D-42A4-A5CB-3ABC512D2829}"/>
              </a:ext>
            </a:extLst>
          </p:cNvPr>
          <p:cNvSpPr>
            <a:spLocks noGrp="1"/>
          </p:cNvSpPr>
          <p:nvPr>
            <p:ph type="sldNum" sz="quarter" idx="12"/>
          </p:nvPr>
        </p:nvSpPr>
        <p:spPr/>
        <p:txBody>
          <a:bodyPr/>
          <a:lstStyle/>
          <a:p>
            <a:fld id="{4EFFFB4B-E45D-44AE-8955-37A617BE1F4A}" type="slidenum">
              <a:rPr lang="en-US" smtClean="0"/>
              <a:t>‹#›</a:t>
            </a:fld>
            <a:endParaRPr lang="en-US"/>
          </a:p>
        </p:txBody>
      </p:sp>
    </p:spTree>
    <p:extLst>
      <p:ext uri="{BB962C8B-B14F-4D97-AF65-F5344CB8AC3E}">
        <p14:creationId xmlns:p14="http://schemas.microsoft.com/office/powerpoint/2010/main" val="1984488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445AA5-3D48-4FF9-AE60-A6CBCA1C82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B8147A-CC76-40D6-89C4-E2F4706932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120DDC-8441-4C20-8707-18C00213A892}"/>
              </a:ext>
            </a:extLst>
          </p:cNvPr>
          <p:cNvSpPr>
            <a:spLocks noGrp="1"/>
          </p:cNvSpPr>
          <p:nvPr>
            <p:ph type="dt" sz="half" idx="10"/>
          </p:nvPr>
        </p:nvSpPr>
        <p:spPr/>
        <p:txBody>
          <a:bodyPr/>
          <a:lstStyle/>
          <a:p>
            <a:fld id="{7904EAAD-C40D-421E-8465-953EE756C825}" type="datetimeFigureOut">
              <a:rPr lang="en-US" smtClean="0"/>
              <a:t>3/8/2021</a:t>
            </a:fld>
            <a:endParaRPr lang="en-US"/>
          </a:p>
        </p:txBody>
      </p:sp>
      <p:sp>
        <p:nvSpPr>
          <p:cNvPr id="5" name="Footer Placeholder 4">
            <a:extLst>
              <a:ext uri="{FF2B5EF4-FFF2-40B4-BE49-F238E27FC236}">
                <a16:creationId xmlns:a16="http://schemas.microsoft.com/office/drawing/2014/main" id="{4BBEC744-678E-4F22-B2FA-F31741050D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218AF1-E635-4063-9B6B-1970BCEF69CE}"/>
              </a:ext>
            </a:extLst>
          </p:cNvPr>
          <p:cNvSpPr>
            <a:spLocks noGrp="1"/>
          </p:cNvSpPr>
          <p:nvPr>
            <p:ph type="sldNum" sz="quarter" idx="12"/>
          </p:nvPr>
        </p:nvSpPr>
        <p:spPr/>
        <p:txBody>
          <a:bodyPr/>
          <a:lstStyle/>
          <a:p>
            <a:fld id="{4EFFFB4B-E45D-44AE-8955-37A617BE1F4A}" type="slidenum">
              <a:rPr lang="en-US" smtClean="0"/>
              <a:t>‹#›</a:t>
            </a:fld>
            <a:endParaRPr lang="en-US"/>
          </a:p>
        </p:txBody>
      </p:sp>
    </p:spTree>
    <p:extLst>
      <p:ext uri="{BB962C8B-B14F-4D97-AF65-F5344CB8AC3E}">
        <p14:creationId xmlns:p14="http://schemas.microsoft.com/office/powerpoint/2010/main" val="166905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5745E7-B69B-4973-9214-CB9288C31A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C3335F-B2C3-43C3-B7B5-A6B0B758EB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A88657-E0AD-4F53-A00F-BAF889BDB7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04EAAD-C40D-421E-8465-953EE756C825}" type="datetimeFigureOut">
              <a:rPr lang="en-US" smtClean="0"/>
              <a:t>3/8/2021</a:t>
            </a:fld>
            <a:endParaRPr lang="en-US"/>
          </a:p>
        </p:txBody>
      </p:sp>
      <p:sp>
        <p:nvSpPr>
          <p:cNvPr id="5" name="Footer Placeholder 4">
            <a:extLst>
              <a:ext uri="{FF2B5EF4-FFF2-40B4-BE49-F238E27FC236}">
                <a16:creationId xmlns:a16="http://schemas.microsoft.com/office/drawing/2014/main" id="{F40E27C9-4C2C-489A-8726-B0D7274FA6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F4554A7-ED70-4F6C-8D29-E018EA70ED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FFFB4B-E45D-44AE-8955-37A617BE1F4A}" type="slidenum">
              <a:rPr lang="en-US" smtClean="0"/>
              <a:t>‹#›</a:t>
            </a:fld>
            <a:endParaRPr lang="en-US"/>
          </a:p>
        </p:txBody>
      </p:sp>
    </p:spTree>
    <p:extLst>
      <p:ext uri="{BB962C8B-B14F-4D97-AF65-F5344CB8AC3E}">
        <p14:creationId xmlns:p14="http://schemas.microsoft.com/office/powerpoint/2010/main" val="764925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24000" y="148754"/>
            <a:ext cx="9144000" cy="6458525"/>
          </a:xfrm>
        </p:spPr>
        <p:txBody>
          <a:bodyPr>
            <a:noAutofit/>
          </a:bodyPr>
          <a:lstStyle/>
          <a:p>
            <a:pPr algn="just">
              <a:lnSpc>
                <a:spcPct val="95000"/>
              </a:lnSpc>
            </a:pPr>
            <a:r>
              <a:rPr lang="en-US" dirty="0"/>
              <a:t>You have volunteered to design a database for your local library. </a:t>
            </a:r>
          </a:p>
          <a:p>
            <a:pPr algn="just">
              <a:lnSpc>
                <a:spcPct val="95000"/>
              </a:lnSpc>
            </a:pPr>
            <a:r>
              <a:rPr lang="en-US" dirty="0">
                <a:solidFill>
                  <a:srgbClr val="008000"/>
                </a:solidFill>
              </a:rPr>
              <a:t>Each title carried by the library is identified by a unique "ISBN" code. You will also assign a unique code to each author represented in the library's collection. Some "authors" are companies and some do not have traditional Western names, so you will not divide author names into a "first" and "last" part.  </a:t>
            </a:r>
          </a:p>
          <a:p>
            <a:pPr algn="just">
              <a:lnSpc>
                <a:spcPct val="95000"/>
              </a:lnSpc>
            </a:pPr>
            <a:r>
              <a:rPr lang="en-US" dirty="0">
                <a:solidFill>
                  <a:srgbClr val="FF0000"/>
                </a:solidFill>
              </a:rPr>
              <a:t>Some books have more than one author. Sometimes the order in which authors are listed is important, so that information needs to be stored in some way. For each author, you will store the following, when applicable:  date of birth, date of death, and country they were born.</a:t>
            </a:r>
          </a:p>
        </p:txBody>
      </p:sp>
      <p:sp>
        <p:nvSpPr>
          <p:cNvPr id="3" name="Slide Number Placeholder 2"/>
          <p:cNvSpPr>
            <a:spLocks noGrp="1"/>
          </p:cNvSpPr>
          <p:nvPr>
            <p:ph type="sldNum" sz="quarter" idx="12"/>
          </p:nvPr>
        </p:nvSpPr>
        <p:spPr/>
        <p:txBody>
          <a:bodyPr/>
          <a:lstStyle/>
          <a:p>
            <a:fld id="{87F3E754-1C97-4481-A18C-9D97ADBDF344}" type="slidenum">
              <a:rPr lang="en-US" smtClean="0"/>
              <a:t>1</a:t>
            </a:fld>
            <a:endParaRPr lang="en-US"/>
          </a:p>
        </p:txBody>
      </p:sp>
    </p:spTree>
    <p:extLst>
      <p:ext uri="{BB962C8B-B14F-4D97-AF65-F5344CB8AC3E}">
        <p14:creationId xmlns:p14="http://schemas.microsoft.com/office/powerpoint/2010/main" val="2996863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BC74C-27BA-431F-B18D-E2377710D6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88A84E-0C6A-40CF-9934-10A64DC20B8B}"/>
              </a:ext>
            </a:extLst>
          </p:cNvPr>
          <p:cNvSpPr>
            <a:spLocks noGrp="1"/>
          </p:cNvSpPr>
          <p:nvPr>
            <p:ph idx="1"/>
          </p:nvPr>
        </p:nvSpPr>
        <p:spPr/>
        <p:txBody>
          <a:bodyPr/>
          <a:lstStyle/>
          <a:p>
            <a:pPr algn="just">
              <a:lnSpc>
                <a:spcPct val="95000"/>
              </a:lnSpc>
            </a:pPr>
            <a:r>
              <a:rPr lang="en-US" dirty="0">
                <a:solidFill>
                  <a:srgbClr val="FF0000"/>
                </a:solidFill>
              </a:rPr>
              <a:t>A few of the authors are local and occasionally come to the library for readings, book signings, and so forth.  For these authors, you keep contact information including address, e-mail, and phone number.</a:t>
            </a:r>
          </a:p>
          <a:p>
            <a:pPr algn="just">
              <a:lnSpc>
                <a:spcPct val="95000"/>
              </a:lnSpc>
            </a:pPr>
            <a:r>
              <a:rPr lang="en-US" dirty="0">
                <a:solidFill>
                  <a:srgbClr val="3366FF"/>
                </a:solidFill>
              </a:rPr>
              <a:t>Each book has a single publisher.  You assign a unique code to each publisher, and want to store the publisher's name and contact information.  For each book, you want to store its publication date.</a:t>
            </a:r>
          </a:p>
          <a:p>
            <a:pPr marL="0" indent="0">
              <a:buNone/>
            </a:pPr>
            <a:endParaRPr lang="en-US" dirty="0"/>
          </a:p>
        </p:txBody>
      </p:sp>
    </p:spTree>
    <p:extLst>
      <p:ext uri="{BB962C8B-B14F-4D97-AF65-F5344CB8AC3E}">
        <p14:creationId xmlns:p14="http://schemas.microsoft.com/office/powerpoint/2010/main" val="4239797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24000" y="145456"/>
            <a:ext cx="9144000" cy="5865091"/>
          </a:xfrm>
        </p:spPr>
        <p:txBody>
          <a:bodyPr>
            <a:noAutofit/>
          </a:bodyPr>
          <a:lstStyle/>
          <a:p>
            <a:pPr algn="just">
              <a:lnSpc>
                <a:spcPct val="100000"/>
              </a:lnSpc>
            </a:pPr>
            <a:r>
              <a:rPr lang="en-US" dirty="0">
                <a:solidFill>
                  <a:srgbClr val="660066"/>
                </a:solidFill>
              </a:rPr>
              <a:t>You have more than one copy of some books.  Each copy is identified by a unique bar code number.  For each copy, you want to store the date it was acquired, and whether it was acquired used or new.</a:t>
            </a:r>
            <a:endParaRPr lang="en-US" dirty="0">
              <a:solidFill>
                <a:srgbClr val="000090"/>
              </a:solidFill>
            </a:endParaRPr>
          </a:p>
          <a:p>
            <a:pPr algn="just">
              <a:lnSpc>
                <a:spcPct val="100000"/>
              </a:lnSpc>
            </a:pPr>
            <a:r>
              <a:rPr lang="en-US" dirty="0">
                <a:solidFill>
                  <a:srgbClr val="000090"/>
                </a:solidFill>
              </a:rPr>
              <a:t>You have a large number of borrowers, each identified by a unique library card number.  For each borrower, you keep contact information, including address, phone number, and e-mail address.  You want to keep track of all past and present borrowing, including borrow date and return date (return date does not apply to books currently on loan), and the number of times the loan has been renewed. </a:t>
            </a:r>
          </a:p>
          <a:p>
            <a:pPr algn="just">
              <a:lnSpc>
                <a:spcPct val="100000"/>
              </a:lnSpc>
            </a:pPr>
            <a:r>
              <a:rPr lang="en-US" dirty="0"/>
              <a:t>Assume you </a:t>
            </a:r>
            <a:r>
              <a:rPr lang="en-US" i="1" dirty="0"/>
              <a:t>do</a:t>
            </a:r>
            <a:r>
              <a:rPr lang="en-US" dirty="0"/>
              <a:t> have access to a zip code table.</a:t>
            </a:r>
          </a:p>
          <a:p>
            <a:pPr>
              <a:lnSpc>
                <a:spcPct val="100000"/>
              </a:lnSpc>
            </a:pPr>
            <a:r>
              <a:rPr lang="en-US" b="1" dirty="0"/>
              <a:t>Draw an entity-relationship diagram and write a design outline of the database. </a:t>
            </a:r>
          </a:p>
        </p:txBody>
      </p:sp>
      <p:sp>
        <p:nvSpPr>
          <p:cNvPr id="3" name="Slide Number Placeholder 2"/>
          <p:cNvSpPr>
            <a:spLocks noGrp="1"/>
          </p:cNvSpPr>
          <p:nvPr>
            <p:ph type="sldNum" sz="quarter" idx="12"/>
          </p:nvPr>
        </p:nvSpPr>
        <p:spPr/>
        <p:txBody>
          <a:bodyPr/>
          <a:lstStyle/>
          <a:p>
            <a:fld id="{87F3E754-1C97-4481-A18C-9D97ADBDF344}" type="slidenum">
              <a:rPr lang="en-US" smtClean="0"/>
              <a:t>3</a:t>
            </a:fld>
            <a:endParaRPr lang="en-US"/>
          </a:p>
        </p:txBody>
      </p:sp>
    </p:spTree>
    <p:extLst>
      <p:ext uri="{BB962C8B-B14F-4D97-AF65-F5344CB8AC3E}">
        <p14:creationId xmlns:p14="http://schemas.microsoft.com/office/powerpoint/2010/main" val="807477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Solution: The ER diagram</a:t>
            </a:r>
          </a:p>
        </p:txBody>
      </p:sp>
      <p:sp>
        <p:nvSpPr>
          <p:cNvPr id="3" name="Content Placeholder 2">
            <a:extLst>
              <a:ext uri="{FF2B5EF4-FFF2-40B4-BE49-F238E27FC236}">
                <a16:creationId xmlns:a16="http://schemas.microsoft.com/office/drawing/2014/main" id="{42399911-D144-4A20-B8A9-34251F39B220}"/>
              </a:ext>
            </a:extLst>
          </p:cNvPr>
          <p:cNvSpPr>
            <a:spLocks noGrp="1"/>
          </p:cNvSpPr>
          <p:nvPr>
            <p:ph sz="half" idx="1"/>
          </p:nvPr>
        </p:nvSpPr>
        <p:spPr/>
        <p:txBody>
          <a:bodyPr/>
          <a:lstStyle/>
          <a:p>
            <a:endParaRPr lang="en-US"/>
          </a:p>
        </p:txBody>
      </p:sp>
      <p:sp>
        <p:nvSpPr>
          <p:cNvPr id="7" name="Content Placeholder 6">
            <a:extLst>
              <a:ext uri="{FF2B5EF4-FFF2-40B4-BE49-F238E27FC236}">
                <a16:creationId xmlns:a16="http://schemas.microsoft.com/office/drawing/2014/main" id="{92DE442C-0CD0-4C45-8164-DE9462D9A542}"/>
              </a:ext>
            </a:extLst>
          </p:cNvPr>
          <p:cNvSpPr>
            <a:spLocks noGrp="1"/>
          </p:cNvSpPr>
          <p:nvPr>
            <p:ph sz="half" idx="2"/>
          </p:nvPr>
        </p:nvSpPr>
        <p:spPr/>
        <p:txBody>
          <a:bodyPr/>
          <a:lstStyle/>
          <a:p>
            <a:r>
              <a:rPr lang="en-US" dirty="0"/>
              <a:t>LOCALAUTHOR----0/1&lt;&gt;1-----AUTHOR----1&lt;&gt;M----WROTE----M&lt;&gt;1----BOOK------1&lt;&gt;M----COPY------1&lt;&gt;M-----LOAN-----M&lt;&gt;1-----Borrower</a:t>
            </a:r>
          </a:p>
          <a:p>
            <a:r>
              <a:rPr lang="en-US" dirty="0"/>
              <a:t>BOOK----M&lt;&gt;1----Publisher</a:t>
            </a:r>
          </a:p>
          <a:p>
            <a:pPr marL="0" indent="0">
              <a:buNone/>
            </a:pPr>
            <a:endParaRPr lang="en-US" dirty="0"/>
          </a:p>
        </p:txBody>
      </p:sp>
      <p:sp>
        <p:nvSpPr>
          <p:cNvPr id="4" name="Slide Number Placeholder 3"/>
          <p:cNvSpPr>
            <a:spLocks noGrp="1"/>
          </p:cNvSpPr>
          <p:nvPr>
            <p:ph type="sldNum" sz="quarter" idx="12"/>
          </p:nvPr>
        </p:nvSpPr>
        <p:spPr/>
        <p:txBody>
          <a:bodyPr/>
          <a:lstStyle/>
          <a:p>
            <a:fld id="{87F3E754-1C97-4481-A18C-9D97ADBDF344}" type="slidenum">
              <a:rPr lang="en-US" smtClean="0"/>
              <a:t>4</a:t>
            </a:fld>
            <a:endParaRPr lang="en-US"/>
          </a:p>
        </p:txBody>
      </p:sp>
      <p:sp>
        <p:nvSpPr>
          <p:cNvPr id="5" name="Rectangle 2"/>
          <p:cNvSpPr>
            <a:spLocks noChangeArrowheads="1"/>
          </p:cNvSpPr>
          <p:nvPr/>
        </p:nvSpPr>
        <p:spPr bwMode="auto">
          <a:xfrm>
            <a:off x="4041291" y="1558073"/>
            <a:ext cx="184731"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Object 5"/>
          <p:cNvGraphicFramePr>
            <a:graphicFrameLocks noChangeAspect="1"/>
          </p:cNvGraphicFramePr>
          <p:nvPr>
            <p:extLst>
              <p:ext uri="{D42A27DB-BD31-4B8C-83A1-F6EECF244321}">
                <p14:modId xmlns:p14="http://schemas.microsoft.com/office/powerpoint/2010/main" val="1461698359"/>
              </p:ext>
            </p:extLst>
          </p:nvPr>
        </p:nvGraphicFramePr>
        <p:xfrm>
          <a:off x="936179" y="2315065"/>
          <a:ext cx="4594463" cy="2760274"/>
        </p:xfrm>
        <a:graphic>
          <a:graphicData uri="http://schemas.openxmlformats.org/presentationml/2006/ole">
            <mc:AlternateContent xmlns:mc="http://schemas.openxmlformats.org/markup-compatibility/2006">
              <mc:Choice xmlns:v="urn:schemas-microsoft-com:vml" Requires="v">
                <p:oleObj r:id="rId2" imgW="5406747" imgH="3245406" progId="Visio.Drawing.11">
                  <p:embed/>
                </p:oleObj>
              </mc:Choice>
              <mc:Fallback>
                <p:oleObj r:id="rId2" imgW="5406747" imgH="3245406" progId="Visio.Drawing.11">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179" y="2315065"/>
                        <a:ext cx="4594463" cy="2760274"/>
                      </a:xfrm>
                      <a:prstGeom prst="rect">
                        <a:avLst/>
                      </a:prstGeom>
                      <a:noFill/>
                    </p:spPr>
                  </p:pic>
                </p:oleObj>
              </mc:Fallback>
            </mc:AlternateContent>
          </a:graphicData>
        </a:graphic>
      </p:graphicFrame>
    </p:spTree>
    <p:extLst>
      <p:ext uri="{BB962C8B-B14F-4D97-AF65-F5344CB8AC3E}">
        <p14:creationId xmlns:p14="http://schemas.microsoft.com/office/powerpoint/2010/main" val="3567647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8663" y="293579"/>
            <a:ext cx="8183516" cy="656101"/>
          </a:xfrm>
        </p:spPr>
        <p:txBody>
          <a:bodyPr>
            <a:normAutofit fontScale="90000"/>
          </a:bodyPr>
          <a:lstStyle/>
          <a:p>
            <a:r>
              <a:rPr lang="en-US" dirty="0"/>
              <a:t>Solution: the DB outline</a:t>
            </a:r>
          </a:p>
        </p:txBody>
      </p:sp>
      <p:sp>
        <p:nvSpPr>
          <p:cNvPr id="3" name="Content Placeholder 2"/>
          <p:cNvSpPr>
            <a:spLocks noGrp="1"/>
          </p:cNvSpPr>
          <p:nvPr>
            <p:ph idx="1"/>
          </p:nvPr>
        </p:nvSpPr>
        <p:spPr>
          <a:xfrm>
            <a:off x="1848154" y="1203901"/>
            <a:ext cx="8519527" cy="5146365"/>
          </a:xfrm>
        </p:spPr>
        <p:txBody>
          <a:bodyPr>
            <a:noAutofit/>
          </a:bodyPr>
          <a:lstStyle/>
          <a:p>
            <a:r>
              <a:rPr lang="en-US" sz="2000" dirty="0"/>
              <a:t>ZIPCODE(</a:t>
            </a:r>
            <a:r>
              <a:rPr lang="en-US" sz="2000" u="sng" dirty="0"/>
              <a:t>Zip</a:t>
            </a:r>
            <a:r>
              <a:rPr lang="en-US" sz="2000" dirty="0"/>
              <a:t>, City, State)</a:t>
            </a:r>
          </a:p>
          <a:p>
            <a:r>
              <a:rPr lang="en-US" sz="2000" dirty="0"/>
              <a:t> </a:t>
            </a:r>
          </a:p>
          <a:p>
            <a:r>
              <a:rPr lang="en-US" sz="2000" dirty="0"/>
              <a:t>AUTHOR(</a:t>
            </a:r>
            <a:r>
              <a:rPr lang="en-US" sz="2000" u="sng" dirty="0" err="1"/>
              <a:t>AuthorID</a:t>
            </a:r>
            <a:r>
              <a:rPr lang="en-US" sz="2000" dirty="0"/>
              <a:t>, Name, </a:t>
            </a:r>
            <a:r>
              <a:rPr lang="en-US" sz="2000" dirty="0" err="1"/>
              <a:t>BirthDate</a:t>
            </a:r>
            <a:r>
              <a:rPr lang="en-US" sz="2000" dirty="0"/>
              <a:t>, </a:t>
            </a:r>
            <a:r>
              <a:rPr lang="en-US" sz="2000" dirty="0" err="1"/>
              <a:t>DeathDate</a:t>
            </a:r>
            <a:r>
              <a:rPr lang="en-US" sz="2000" dirty="0"/>
              <a:t>, </a:t>
            </a:r>
            <a:r>
              <a:rPr lang="en-US" sz="2000" dirty="0" err="1"/>
              <a:t>BirthNationality</a:t>
            </a:r>
            <a:r>
              <a:rPr lang="en-US" sz="2000" dirty="0"/>
              <a:t>)</a:t>
            </a:r>
          </a:p>
          <a:p>
            <a:r>
              <a:rPr lang="en-US" sz="2000" dirty="0"/>
              <a:t> </a:t>
            </a:r>
          </a:p>
          <a:p>
            <a:r>
              <a:rPr lang="en-US" sz="2000" dirty="0"/>
              <a:t>LOCALAUTHOR(</a:t>
            </a:r>
            <a:r>
              <a:rPr lang="en-US" sz="2000" u="sng" dirty="0" err="1"/>
              <a:t>AuthorID</a:t>
            </a:r>
            <a:r>
              <a:rPr lang="en-US" sz="2000" dirty="0"/>
              <a:t>, Address, Zip, Phone, </a:t>
            </a:r>
            <a:r>
              <a:rPr lang="en-US" sz="2000" dirty="0" err="1"/>
              <a:t>EMail</a:t>
            </a:r>
            <a:r>
              <a:rPr lang="en-US" sz="2000" dirty="0"/>
              <a:t>)</a:t>
            </a:r>
          </a:p>
          <a:p>
            <a:r>
              <a:rPr lang="en-US" sz="2000" dirty="0"/>
              <a:t>     </a:t>
            </a:r>
            <a:r>
              <a:rPr lang="en-US" sz="2000" dirty="0" err="1"/>
              <a:t>AuthorID</a:t>
            </a:r>
            <a:r>
              <a:rPr lang="en-US" sz="2000" dirty="0"/>
              <a:t> foreign key to AUTHOR</a:t>
            </a:r>
          </a:p>
          <a:p>
            <a:r>
              <a:rPr lang="en-US" sz="2000" dirty="0"/>
              <a:t>     Zip foreign key to ZIPCODE</a:t>
            </a:r>
          </a:p>
          <a:p>
            <a:r>
              <a:rPr lang="en-US" sz="2000" dirty="0"/>
              <a:t> </a:t>
            </a:r>
          </a:p>
          <a:p>
            <a:r>
              <a:rPr lang="en-US" sz="2000" dirty="0"/>
              <a:t>PUBLISHER(</a:t>
            </a:r>
            <a:r>
              <a:rPr lang="en-US" sz="2000" u="sng" dirty="0" err="1"/>
              <a:t>PublisherID</a:t>
            </a:r>
            <a:r>
              <a:rPr lang="en-US" sz="2000" dirty="0"/>
              <a:t>, Name, Address, Zip, Phone, </a:t>
            </a:r>
            <a:r>
              <a:rPr lang="en-US" sz="2000" dirty="0" err="1"/>
              <a:t>EMail</a:t>
            </a:r>
            <a:r>
              <a:rPr lang="en-US" sz="2000" dirty="0"/>
              <a:t>)</a:t>
            </a:r>
          </a:p>
          <a:p>
            <a:r>
              <a:rPr lang="en-US" sz="2000" dirty="0"/>
              <a:t>     Zip foreign key to ZIPCODE</a:t>
            </a:r>
          </a:p>
          <a:p>
            <a:r>
              <a:rPr lang="en-US" sz="2000" dirty="0"/>
              <a:t> </a:t>
            </a:r>
          </a:p>
          <a:p>
            <a:r>
              <a:rPr lang="en-US" sz="2000" dirty="0"/>
              <a:t>BOOK(</a:t>
            </a:r>
            <a:r>
              <a:rPr lang="en-US" sz="2000" u="sng" dirty="0"/>
              <a:t>ISBN</a:t>
            </a:r>
            <a:r>
              <a:rPr lang="en-US" sz="2000" dirty="0"/>
              <a:t>, Title, </a:t>
            </a:r>
            <a:r>
              <a:rPr lang="en-US" sz="2000" dirty="0" err="1"/>
              <a:t>PublisherID</a:t>
            </a:r>
            <a:r>
              <a:rPr lang="en-US" sz="2000" dirty="0"/>
              <a:t>, </a:t>
            </a:r>
            <a:r>
              <a:rPr lang="en-US" sz="2000" dirty="0" err="1"/>
              <a:t>DatePublished</a:t>
            </a:r>
            <a:r>
              <a:rPr lang="en-US" sz="2000" dirty="0"/>
              <a:t>)</a:t>
            </a:r>
          </a:p>
          <a:p>
            <a:r>
              <a:rPr lang="en-US" sz="2000" dirty="0"/>
              <a:t>     </a:t>
            </a:r>
            <a:r>
              <a:rPr lang="en-US" sz="2000" dirty="0" err="1"/>
              <a:t>PublisherID</a:t>
            </a:r>
            <a:r>
              <a:rPr lang="en-US" sz="2000" dirty="0"/>
              <a:t> foreign key to PUBLISHER</a:t>
            </a:r>
          </a:p>
          <a:p>
            <a:r>
              <a:rPr lang="en-US" sz="2000" dirty="0"/>
              <a:t> </a:t>
            </a:r>
          </a:p>
        </p:txBody>
      </p:sp>
      <p:sp>
        <p:nvSpPr>
          <p:cNvPr id="4" name="Slide Number Placeholder 3"/>
          <p:cNvSpPr>
            <a:spLocks noGrp="1"/>
          </p:cNvSpPr>
          <p:nvPr>
            <p:ph type="sldNum" sz="quarter" idx="12"/>
          </p:nvPr>
        </p:nvSpPr>
        <p:spPr/>
        <p:txBody>
          <a:bodyPr/>
          <a:lstStyle/>
          <a:p>
            <a:fld id="{87F3E754-1C97-4481-A18C-9D97ADBDF344}" type="slidenum">
              <a:rPr lang="en-US" smtClean="0"/>
              <a:t>5</a:t>
            </a:fld>
            <a:endParaRPr lang="en-US"/>
          </a:p>
        </p:txBody>
      </p:sp>
    </p:spTree>
    <p:extLst>
      <p:ext uri="{BB962C8B-B14F-4D97-AF65-F5344CB8AC3E}">
        <p14:creationId xmlns:p14="http://schemas.microsoft.com/office/powerpoint/2010/main" val="2305203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8663" y="293579"/>
            <a:ext cx="8183516" cy="656101"/>
          </a:xfrm>
        </p:spPr>
        <p:txBody>
          <a:bodyPr>
            <a:normAutofit fontScale="90000"/>
          </a:bodyPr>
          <a:lstStyle/>
          <a:p>
            <a:r>
              <a:rPr lang="en-US" dirty="0"/>
              <a:t>Solution: the DB outline (cont.)</a:t>
            </a:r>
          </a:p>
        </p:txBody>
      </p:sp>
      <p:sp>
        <p:nvSpPr>
          <p:cNvPr id="3" name="Content Placeholder 2"/>
          <p:cNvSpPr>
            <a:spLocks noGrp="1"/>
          </p:cNvSpPr>
          <p:nvPr>
            <p:ph idx="1"/>
          </p:nvPr>
        </p:nvSpPr>
        <p:spPr>
          <a:xfrm>
            <a:off x="1878664" y="1085567"/>
            <a:ext cx="8519527" cy="5146365"/>
          </a:xfrm>
        </p:spPr>
        <p:txBody>
          <a:bodyPr>
            <a:noAutofit/>
          </a:bodyPr>
          <a:lstStyle/>
          <a:p>
            <a:r>
              <a:rPr lang="en-US" sz="2000" dirty="0"/>
              <a:t>WROTE(</a:t>
            </a:r>
            <a:r>
              <a:rPr lang="en-US" sz="2000" u="sng" dirty="0" err="1"/>
              <a:t>AuthorID</a:t>
            </a:r>
            <a:r>
              <a:rPr lang="en-US" sz="2000" dirty="0"/>
              <a:t>, </a:t>
            </a:r>
            <a:r>
              <a:rPr lang="en-US" sz="2000" u="sng" dirty="0"/>
              <a:t>ISBN</a:t>
            </a:r>
            <a:r>
              <a:rPr lang="en-US" sz="2000" dirty="0"/>
              <a:t>, </a:t>
            </a:r>
            <a:r>
              <a:rPr lang="en-US" sz="2000" dirty="0" err="1"/>
              <a:t>AuthorOrder</a:t>
            </a:r>
            <a:r>
              <a:rPr lang="en-US" sz="2000" dirty="0"/>
              <a:t>)</a:t>
            </a:r>
          </a:p>
          <a:p>
            <a:r>
              <a:rPr lang="en-US" sz="2000" dirty="0"/>
              <a:t>     </a:t>
            </a:r>
            <a:r>
              <a:rPr lang="en-US" sz="2000" dirty="0" err="1"/>
              <a:t>AuthorID</a:t>
            </a:r>
            <a:r>
              <a:rPr lang="en-US" sz="2000" dirty="0"/>
              <a:t> foreign key to AUTHOR</a:t>
            </a:r>
          </a:p>
          <a:p>
            <a:r>
              <a:rPr lang="en-US" sz="2000" dirty="0"/>
              <a:t>     ISBN foreign key to BOOK</a:t>
            </a:r>
          </a:p>
          <a:p>
            <a:r>
              <a:rPr lang="en-US" sz="2000" dirty="0"/>
              <a:t> </a:t>
            </a:r>
          </a:p>
          <a:p>
            <a:r>
              <a:rPr lang="en-US" sz="2000" dirty="0"/>
              <a:t>COPY(</a:t>
            </a:r>
            <a:r>
              <a:rPr lang="en-US" sz="2000" u="sng" dirty="0" err="1"/>
              <a:t>BarCode</a:t>
            </a:r>
            <a:r>
              <a:rPr lang="en-US" sz="2000" dirty="0"/>
              <a:t>, ISBN, </a:t>
            </a:r>
            <a:r>
              <a:rPr lang="en-US" sz="2000" dirty="0" err="1"/>
              <a:t>AcquireDate</a:t>
            </a:r>
            <a:r>
              <a:rPr lang="en-US" sz="2000" dirty="0"/>
              <a:t>, </a:t>
            </a:r>
            <a:r>
              <a:rPr lang="en-US" sz="2000" dirty="0" err="1"/>
              <a:t>UsedOrNew</a:t>
            </a:r>
            <a:r>
              <a:rPr lang="en-US" sz="2000" dirty="0"/>
              <a:t>)</a:t>
            </a:r>
          </a:p>
          <a:p>
            <a:r>
              <a:rPr lang="en-US" sz="2000" dirty="0"/>
              <a:t>     ISBN foreign key to BOOK</a:t>
            </a:r>
          </a:p>
          <a:p>
            <a:r>
              <a:rPr lang="en-US" sz="2000" dirty="0"/>
              <a:t> </a:t>
            </a:r>
          </a:p>
          <a:p>
            <a:r>
              <a:rPr lang="en-US" sz="2000" dirty="0"/>
              <a:t>BORROWER(</a:t>
            </a:r>
            <a:r>
              <a:rPr lang="en-US" sz="2000" u="sng" dirty="0" err="1"/>
              <a:t>CardNumber</a:t>
            </a:r>
            <a:r>
              <a:rPr lang="en-US" sz="2000" dirty="0"/>
              <a:t>, </a:t>
            </a:r>
            <a:r>
              <a:rPr lang="en-US" sz="2000" dirty="0" err="1"/>
              <a:t>FName</a:t>
            </a:r>
            <a:r>
              <a:rPr lang="en-US" sz="2000" dirty="0"/>
              <a:t>, </a:t>
            </a:r>
            <a:r>
              <a:rPr lang="en-US" sz="2000" dirty="0" err="1"/>
              <a:t>MName</a:t>
            </a:r>
            <a:r>
              <a:rPr lang="en-US" sz="2000" dirty="0"/>
              <a:t>, </a:t>
            </a:r>
            <a:r>
              <a:rPr lang="en-US" sz="2000" dirty="0" err="1"/>
              <a:t>LName</a:t>
            </a:r>
            <a:r>
              <a:rPr lang="en-US" sz="2000" dirty="0"/>
              <a:t>, Address, Zip, Phone, </a:t>
            </a:r>
            <a:r>
              <a:rPr lang="en-US" sz="2000" dirty="0" err="1"/>
              <a:t>EMail</a:t>
            </a:r>
            <a:r>
              <a:rPr lang="en-US" sz="2000" dirty="0"/>
              <a:t>)</a:t>
            </a:r>
          </a:p>
          <a:p>
            <a:r>
              <a:rPr lang="en-US" sz="2000" dirty="0"/>
              <a:t>     Zip foreign key to ZIPCODE</a:t>
            </a:r>
          </a:p>
          <a:p>
            <a:r>
              <a:rPr lang="en-US" sz="2000" dirty="0"/>
              <a:t> </a:t>
            </a:r>
          </a:p>
          <a:p>
            <a:r>
              <a:rPr lang="en-US" sz="2000" dirty="0"/>
              <a:t>LOAN(</a:t>
            </a:r>
            <a:r>
              <a:rPr lang="en-US" sz="2000" dirty="0" err="1"/>
              <a:t>CardNumber</a:t>
            </a:r>
            <a:r>
              <a:rPr lang="en-US" sz="2000" dirty="0"/>
              <a:t>, </a:t>
            </a:r>
            <a:r>
              <a:rPr lang="en-US" sz="2000" u="sng" dirty="0" err="1"/>
              <a:t>BarCode</a:t>
            </a:r>
            <a:r>
              <a:rPr lang="en-US" sz="2000" dirty="0"/>
              <a:t>, </a:t>
            </a:r>
            <a:r>
              <a:rPr lang="en-US" sz="2000" u="sng" dirty="0" err="1"/>
              <a:t>BorrowDateTime</a:t>
            </a:r>
            <a:r>
              <a:rPr lang="en-US" sz="2000" dirty="0"/>
              <a:t>, </a:t>
            </a:r>
            <a:r>
              <a:rPr lang="en-US" sz="2000" dirty="0" err="1"/>
              <a:t>ReturnDateTime,TimesRenewed</a:t>
            </a:r>
            <a:r>
              <a:rPr lang="en-US" sz="2000" dirty="0"/>
              <a:t>)</a:t>
            </a:r>
          </a:p>
          <a:p>
            <a:r>
              <a:rPr lang="en-US" sz="2000" dirty="0"/>
              <a:t>     </a:t>
            </a:r>
            <a:r>
              <a:rPr lang="en-US" sz="2000" dirty="0" err="1"/>
              <a:t>CardNumber</a:t>
            </a:r>
            <a:r>
              <a:rPr lang="en-US" sz="2000" dirty="0"/>
              <a:t> foreign key to BORROWER</a:t>
            </a:r>
          </a:p>
          <a:p>
            <a:r>
              <a:rPr lang="en-US" sz="2000" dirty="0"/>
              <a:t>     </a:t>
            </a:r>
            <a:r>
              <a:rPr lang="en-US" sz="2000" dirty="0" err="1"/>
              <a:t>BarCode</a:t>
            </a:r>
            <a:r>
              <a:rPr lang="en-US" sz="2000" dirty="0"/>
              <a:t> foreign key to COPY</a:t>
            </a:r>
          </a:p>
        </p:txBody>
      </p:sp>
      <p:sp>
        <p:nvSpPr>
          <p:cNvPr id="4" name="Slide Number Placeholder 3"/>
          <p:cNvSpPr>
            <a:spLocks noGrp="1"/>
          </p:cNvSpPr>
          <p:nvPr>
            <p:ph type="sldNum" sz="quarter" idx="12"/>
          </p:nvPr>
        </p:nvSpPr>
        <p:spPr/>
        <p:txBody>
          <a:bodyPr/>
          <a:lstStyle/>
          <a:p>
            <a:fld id="{87F3E754-1C97-4481-A18C-9D97ADBDF344}" type="slidenum">
              <a:rPr lang="en-US" smtClean="0"/>
              <a:t>6</a:t>
            </a:fld>
            <a:endParaRPr lang="en-US"/>
          </a:p>
        </p:txBody>
      </p:sp>
    </p:spTree>
    <p:extLst>
      <p:ext uri="{BB962C8B-B14F-4D97-AF65-F5344CB8AC3E}">
        <p14:creationId xmlns:p14="http://schemas.microsoft.com/office/powerpoint/2010/main" val="4150543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623</TotalTime>
  <Words>597</Words>
  <Application>Microsoft Office PowerPoint</Application>
  <PresentationFormat>Widescreen</PresentationFormat>
  <Paragraphs>46</Paragraphs>
  <Slides>6</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1" baseType="lpstr">
      <vt:lpstr>Arial</vt:lpstr>
      <vt:lpstr>Calibri</vt:lpstr>
      <vt:lpstr>Calibri Light</vt:lpstr>
      <vt:lpstr>Office Theme</vt:lpstr>
      <vt:lpstr>Visio.Drawing.11</vt:lpstr>
      <vt:lpstr>PowerPoint Presentation</vt:lpstr>
      <vt:lpstr>PowerPoint Presentation</vt:lpstr>
      <vt:lpstr>PowerPoint Presentation</vt:lpstr>
      <vt:lpstr>Solution: The ER diagram</vt:lpstr>
      <vt:lpstr>Solution: the DB outline</vt:lpstr>
      <vt:lpstr>Solution: the DB outline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Disha Parkhi</dc:creator>
  <cp:lastModifiedBy>Disha Parkhi</cp:lastModifiedBy>
  <cp:revision>2</cp:revision>
  <dcterms:created xsi:type="dcterms:W3CDTF">2020-08-22T21:15:41Z</dcterms:created>
  <dcterms:modified xsi:type="dcterms:W3CDTF">2021-03-09T05:40:30Z</dcterms:modified>
</cp:coreProperties>
</file>
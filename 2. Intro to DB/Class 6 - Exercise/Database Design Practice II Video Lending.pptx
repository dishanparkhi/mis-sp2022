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7"/>
  </p:notesMasterIdLst>
  <p:sldIdLst>
    <p:sldId id="309" r:id="rId2"/>
    <p:sldId id="310" r:id="rId3"/>
    <p:sldId id="293" r:id="rId4"/>
    <p:sldId id="300" r:id="rId5"/>
    <p:sldId id="294" r:id="rId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C892008D-43F3-4264-941F-487151B80BC1}">
          <p14:sldIdLst>
            <p14:sldId id="309"/>
            <p14:sldId id="310"/>
          </p14:sldIdLst>
        </p14:section>
        <p14:section name="Exercises" id="{7CBF3738-57B9-2A47-A269-62D4B51DF07E}">
          <p14:sldIdLst>
            <p14:sldId id="293"/>
            <p14:sldId id="300"/>
            <p14:sldId id="294"/>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2" d="100"/>
          <a:sy n="72" d="100"/>
        </p:scale>
        <p:origin x="660"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notesMaster" Target="notesMasters/notesMaster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4AE70C-264F-4BBB-AC0C-C26E9D4029D2}" type="datetimeFigureOut">
              <a:rPr lang="en-US" smtClean="0"/>
              <a:t>8/22/2020</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EBC8E30-D86D-4D76-842A-BFB097F51D53}" type="slidenum">
              <a:rPr lang="en-US" smtClean="0"/>
              <a:t>‹#›</a:t>
            </a:fld>
            <a:endParaRPr lang="en-US"/>
          </a:p>
        </p:txBody>
      </p:sp>
    </p:spTree>
    <p:extLst>
      <p:ext uri="{BB962C8B-B14F-4D97-AF65-F5344CB8AC3E}">
        <p14:creationId xmlns:p14="http://schemas.microsoft.com/office/powerpoint/2010/main" val="328677964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574D6CA-5B07-41E0-A7A1-3547E26766A1}" type="slidenum">
              <a:rPr lang="en-US" smtClean="0"/>
              <a:t>2</a:t>
            </a:fld>
            <a:endParaRPr lang="en-US"/>
          </a:p>
        </p:txBody>
      </p:sp>
    </p:spTree>
    <p:extLst>
      <p:ext uri="{BB962C8B-B14F-4D97-AF65-F5344CB8AC3E}">
        <p14:creationId xmlns:p14="http://schemas.microsoft.com/office/powerpoint/2010/main" val="199097132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60C95D-1777-4146-9B1C-9ADB25E9B08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1814C4FE-E064-4D22-A279-44081BA2329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2137C88-1D76-4F69-A6C0-A322A16B40DD}"/>
              </a:ext>
            </a:extLst>
          </p:cNvPr>
          <p:cNvSpPr>
            <a:spLocks noGrp="1"/>
          </p:cNvSpPr>
          <p:nvPr>
            <p:ph type="dt" sz="half" idx="10"/>
          </p:nvPr>
        </p:nvSpPr>
        <p:spPr/>
        <p:txBody>
          <a:bodyPr/>
          <a:lstStyle/>
          <a:p>
            <a:fld id="{8EA25A1F-FFD4-4E1D-9397-165969122E49}" type="datetimeFigureOut">
              <a:rPr lang="en-US" smtClean="0"/>
              <a:t>8/22/2020</a:t>
            </a:fld>
            <a:endParaRPr lang="en-US"/>
          </a:p>
        </p:txBody>
      </p:sp>
      <p:sp>
        <p:nvSpPr>
          <p:cNvPr id="5" name="Footer Placeholder 4">
            <a:extLst>
              <a:ext uri="{FF2B5EF4-FFF2-40B4-BE49-F238E27FC236}">
                <a16:creationId xmlns:a16="http://schemas.microsoft.com/office/drawing/2014/main" id="{218451D9-9BFC-4BAF-86CF-2FB0A9DFC83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915FF29-4E2B-40A4-8A64-D0B34C0008AC}"/>
              </a:ext>
            </a:extLst>
          </p:cNvPr>
          <p:cNvSpPr>
            <a:spLocks noGrp="1"/>
          </p:cNvSpPr>
          <p:nvPr>
            <p:ph type="sldNum" sz="quarter" idx="12"/>
          </p:nvPr>
        </p:nvSpPr>
        <p:spPr/>
        <p:txBody>
          <a:bodyPr/>
          <a:lstStyle/>
          <a:p>
            <a:fld id="{3B3F3655-9953-4688-BE32-E6B7426A8D26}" type="slidenum">
              <a:rPr lang="en-US" smtClean="0"/>
              <a:t>‹#›</a:t>
            </a:fld>
            <a:endParaRPr lang="en-US"/>
          </a:p>
        </p:txBody>
      </p:sp>
    </p:spTree>
    <p:extLst>
      <p:ext uri="{BB962C8B-B14F-4D97-AF65-F5344CB8AC3E}">
        <p14:creationId xmlns:p14="http://schemas.microsoft.com/office/powerpoint/2010/main" val="1483351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1DE2ED-08C1-46A0-95B8-CC2D9718988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BDA6630-E35D-491F-952F-AB19C37E6D5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9582A2A-0370-4877-BBEE-84736A04E21E}"/>
              </a:ext>
            </a:extLst>
          </p:cNvPr>
          <p:cNvSpPr>
            <a:spLocks noGrp="1"/>
          </p:cNvSpPr>
          <p:nvPr>
            <p:ph type="dt" sz="half" idx="10"/>
          </p:nvPr>
        </p:nvSpPr>
        <p:spPr/>
        <p:txBody>
          <a:bodyPr/>
          <a:lstStyle/>
          <a:p>
            <a:fld id="{8EA25A1F-FFD4-4E1D-9397-165969122E49}" type="datetimeFigureOut">
              <a:rPr lang="en-US" smtClean="0"/>
              <a:t>8/22/2020</a:t>
            </a:fld>
            <a:endParaRPr lang="en-US"/>
          </a:p>
        </p:txBody>
      </p:sp>
      <p:sp>
        <p:nvSpPr>
          <p:cNvPr id="5" name="Footer Placeholder 4">
            <a:extLst>
              <a:ext uri="{FF2B5EF4-FFF2-40B4-BE49-F238E27FC236}">
                <a16:creationId xmlns:a16="http://schemas.microsoft.com/office/drawing/2014/main" id="{8D790634-246A-410F-BB1F-02E3E73B274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2BCF522-451B-4C5F-94EA-2983772EBB36}"/>
              </a:ext>
            </a:extLst>
          </p:cNvPr>
          <p:cNvSpPr>
            <a:spLocks noGrp="1"/>
          </p:cNvSpPr>
          <p:nvPr>
            <p:ph type="sldNum" sz="quarter" idx="12"/>
          </p:nvPr>
        </p:nvSpPr>
        <p:spPr/>
        <p:txBody>
          <a:bodyPr/>
          <a:lstStyle/>
          <a:p>
            <a:fld id="{3B3F3655-9953-4688-BE32-E6B7426A8D26}" type="slidenum">
              <a:rPr lang="en-US" smtClean="0"/>
              <a:t>‹#›</a:t>
            </a:fld>
            <a:endParaRPr lang="en-US"/>
          </a:p>
        </p:txBody>
      </p:sp>
    </p:spTree>
    <p:extLst>
      <p:ext uri="{BB962C8B-B14F-4D97-AF65-F5344CB8AC3E}">
        <p14:creationId xmlns:p14="http://schemas.microsoft.com/office/powerpoint/2010/main" val="10434562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D38354-E35A-4BE9-82CA-1E7BD210B20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F6665255-081B-4CA0-B778-B9C638B56EE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46BD159-2DB1-463E-B0CF-90C521609050}"/>
              </a:ext>
            </a:extLst>
          </p:cNvPr>
          <p:cNvSpPr>
            <a:spLocks noGrp="1"/>
          </p:cNvSpPr>
          <p:nvPr>
            <p:ph type="dt" sz="half" idx="10"/>
          </p:nvPr>
        </p:nvSpPr>
        <p:spPr/>
        <p:txBody>
          <a:bodyPr/>
          <a:lstStyle/>
          <a:p>
            <a:fld id="{8EA25A1F-FFD4-4E1D-9397-165969122E49}" type="datetimeFigureOut">
              <a:rPr lang="en-US" smtClean="0"/>
              <a:t>8/22/2020</a:t>
            </a:fld>
            <a:endParaRPr lang="en-US"/>
          </a:p>
        </p:txBody>
      </p:sp>
      <p:sp>
        <p:nvSpPr>
          <p:cNvPr id="5" name="Footer Placeholder 4">
            <a:extLst>
              <a:ext uri="{FF2B5EF4-FFF2-40B4-BE49-F238E27FC236}">
                <a16:creationId xmlns:a16="http://schemas.microsoft.com/office/drawing/2014/main" id="{6F8926C0-4850-4EDE-9860-732BC8B899A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BC89CF2-8B26-4E42-AAC4-02AE3FC87165}"/>
              </a:ext>
            </a:extLst>
          </p:cNvPr>
          <p:cNvSpPr>
            <a:spLocks noGrp="1"/>
          </p:cNvSpPr>
          <p:nvPr>
            <p:ph type="sldNum" sz="quarter" idx="12"/>
          </p:nvPr>
        </p:nvSpPr>
        <p:spPr/>
        <p:txBody>
          <a:bodyPr/>
          <a:lstStyle/>
          <a:p>
            <a:fld id="{3B3F3655-9953-4688-BE32-E6B7426A8D26}" type="slidenum">
              <a:rPr lang="en-US" smtClean="0"/>
              <a:t>‹#›</a:t>
            </a:fld>
            <a:endParaRPr lang="en-US"/>
          </a:p>
        </p:txBody>
      </p:sp>
    </p:spTree>
    <p:extLst>
      <p:ext uri="{BB962C8B-B14F-4D97-AF65-F5344CB8AC3E}">
        <p14:creationId xmlns:p14="http://schemas.microsoft.com/office/powerpoint/2010/main" val="39159456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A8C75A-3130-418E-A826-EC7F16E2080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39FAAD0-DCC6-42C5-8B7D-DDEC99DDB28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F370FF2-5235-4313-84D4-4DEE7D23C46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AC3BF41-C775-4D52-BBC6-18AF5C7C6880}"/>
              </a:ext>
            </a:extLst>
          </p:cNvPr>
          <p:cNvSpPr>
            <a:spLocks noGrp="1"/>
          </p:cNvSpPr>
          <p:nvPr>
            <p:ph type="dt" sz="half" idx="10"/>
          </p:nvPr>
        </p:nvSpPr>
        <p:spPr/>
        <p:txBody>
          <a:bodyPr/>
          <a:lstStyle/>
          <a:p>
            <a:fld id="{8EA25A1F-FFD4-4E1D-9397-165969122E49}" type="datetimeFigureOut">
              <a:rPr lang="en-US" smtClean="0"/>
              <a:t>8/22/2020</a:t>
            </a:fld>
            <a:endParaRPr lang="en-US"/>
          </a:p>
        </p:txBody>
      </p:sp>
      <p:sp>
        <p:nvSpPr>
          <p:cNvPr id="6" name="Footer Placeholder 5">
            <a:extLst>
              <a:ext uri="{FF2B5EF4-FFF2-40B4-BE49-F238E27FC236}">
                <a16:creationId xmlns:a16="http://schemas.microsoft.com/office/drawing/2014/main" id="{797AF31A-ECE4-4BEF-9980-E5601D7B9BE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C07E2B9-F622-4FD1-9139-AFD5DA2BB065}"/>
              </a:ext>
            </a:extLst>
          </p:cNvPr>
          <p:cNvSpPr>
            <a:spLocks noGrp="1"/>
          </p:cNvSpPr>
          <p:nvPr>
            <p:ph type="sldNum" sz="quarter" idx="12"/>
          </p:nvPr>
        </p:nvSpPr>
        <p:spPr/>
        <p:txBody>
          <a:bodyPr/>
          <a:lstStyle/>
          <a:p>
            <a:fld id="{3B3F3655-9953-4688-BE32-E6B7426A8D26}" type="slidenum">
              <a:rPr lang="en-US" smtClean="0"/>
              <a:t>‹#›</a:t>
            </a:fld>
            <a:endParaRPr lang="en-US"/>
          </a:p>
        </p:txBody>
      </p:sp>
    </p:spTree>
    <p:extLst>
      <p:ext uri="{BB962C8B-B14F-4D97-AF65-F5344CB8AC3E}">
        <p14:creationId xmlns:p14="http://schemas.microsoft.com/office/powerpoint/2010/main" val="23795762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D79F43-B7F5-4E10-A405-31605D0AA8C4}"/>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E58A16E1-8C56-4B55-9023-0E7BD36C527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2B75DD8-9A6F-4526-B903-61B3D97AB22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F0A1E71D-D783-491A-AFFB-A574270931E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356BC20-0130-4C90-BC3A-699C16EA719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3B0E165-CD48-4E33-88DD-4746C1C8418F}"/>
              </a:ext>
            </a:extLst>
          </p:cNvPr>
          <p:cNvSpPr>
            <a:spLocks noGrp="1"/>
          </p:cNvSpPr>
          <p:nvPr>
            <p:ph type="dt" sz="half" idx="10"/>
          </p:nvPr>
        </p:nvSpPr>
        <p:spPr/>
        <p:txBody>
          <a:bodyPr/>
          <a:lstStyle/>
          <a:p>
            <a:fld id="{8EA25A1F-FFD4-4E1D-9397-165969122E49}" type="datetimeFigureOut">
              <a:rPr lang="en-US" smtClean="0"/>
              <a:t>8/22/2020</a:t>
            </a:fld>
            <a:endParaRPr lang="en-US"/>
          </a:p>
        </p:txBody>
      </p:sp>
      <p:sp>
        <p:nvSpPr>
          <p:cNvPr id="8" name="Footer Placeholder 7">
            <a:extLst>
              <a:ext uri="{FF2B5EF4-FFF2-40B4-BE49-F238E27FC236}">
                <a16:creationId xmlns:a16="http://schemas.microsoft.com/office/drawing/2014/main" id="{C86334A5-C59B-466E-BF54-05791D48FA2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139A0EC-7CC1-4228-8BDD-1B7D7DBE9C9F}"/>
              </a:ext>
            </a:extLst>
          </p:cNvPr>
          <p:cNvSpPr>
            <a:spLocks noGrp="1"/>
          </p:cNvSpPr>
          <p:nvPr>
            <p:ph type="sldNum" sz="quarter" idx="12"/>
          </p:nvPr>
        </p:nvSpPr>
        <p:spPr/>
        <p:txBody>
          <a:bodyPr/>
          <a:lstStyle/>
          <a:p>
            <a:fld id="{3B3F3655-9953-4688-BE32-E6B7426A8D26}" type="slidenum">
              <a:rPr lang="en-US" smtClean="0"/>
              <a:t>‹#›</a:t>
            </a:fld>
            <a:endParaRPr lang="en-US"/>
          </a:p>
        </p:txBody>
      </p:sp>
    </p:spTree>
    <p:extLst>
      <p:ext uri="{BB962C8B-B14F-4D97-AF65-F5344CB8AC3E}">
        <p14:creationId xmlns:p14="http://schemas.microsoft.com/office/powerpoint/2010/main" val="184351188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27C011-5795-4076-AAA1-C10A5904AADB}"/>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B79C262-3A1F-4BA2-82CA-64F9B9CC9963}"/>
              </a:ext>
            </a:extLst>
          </p:cNvPr>
          <p:cNvSpPr>
            <a:spLocks noGrp="1"/>
          </p:cNvSpPr>
          <p:nvPr>
            <p:ph type="dt" sz="half" idx="10"/>
          </p:nvPr>
        </p:nvSpPr>
        <p:spPr/>
        <p:txBody>
          <a:bodyPr/>
          <a:lstStyle/>
          <a:p>
            <a:fld id="{8EA25A1F-FFD4-4E1D-9397-165969122E49}" type="datetimeFigureOut">
              <a:rPr lang="en-US" smtClean="0"/>
              <a:t>8/22/2020</a:t>
            </a:fld>
            <a:endParaRPr lang="en-US"/>
          </a:p>
        </p:txBody>
      </p:sp>
      <p:sp>
        <p:nvSpPr>
          <p:cNvPr id="4" name="Footer Placeholder 3">
            <a:extLst>
              <a:ext uri="{FF2B5EF4-FFF2-40B4-BE49-F238E27FC236}">
                <a16:creationId xmlns:a16="http://schemas.microsoft.com/office/drawing/2014/main" id="{8F9A28A7-1FF1-4DFD-B460-03B8AC34B4B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0CE8E10-63EA-4C25-8D2B-1A9F6422BCB4}"/>
              </a:ext>
            </a:extLst>
          </p:cNvPr>
          <p:cNvSpPr>
            <a:spLocks noGrp="1"/>
          </p:cNvSpPr>
          <p:nvPr>
            <p:ph type="sldNum" sz="quarter" idx="12"/>
          </p:nvPr>
        </p:nvSpPr>
        <p:spPr/>
        <p:txBody>
          <a:bodyPr/>
          <a:lstStyle/>
          <a:p>
            <a:fld id="{3B3F3655-9953-4688-BE32-E6B7426A8D26}" type="slidenum">
              <a:rPr lang="en-US" smtClean="0"/>
              <a:t>‹#›</a:t>
            </a:fld>
            <a:endParaRPr lang="en-US"/>
          </a:p>
        </p:txBody>
      </p:sp>
    </p:spTree>
    <p:extLst>
      <p:ext uri="{BB962C8B-B14F-4D97-AF65-F5344CB8AC3E}">
        <p14:creationId xmlns:p14="http://schemas.microsoft.com/office/powerpoint/2010/main" val="8887734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FD7CF9F-0FDA-40CB-A7CE-5E854D8C0040}"/>
              </a:ext>
            </a:extLst>
          </p:cNvPr>
          <p:cNvSpPr>
            <a:spLocks noGrp="1"/>
          </p:cNvSpPr>
          <p:nvPr>
            <p:ph type="dt" sz="half" idx="10"/>
          </p:nvPr>
        </p:nvSpPr>
        <p:spPr/>
        <p:txBody>
          <a:bodyPr/>
          <a:lstStyle/>
          <a:p>
            <a:fld id="{8EA25A1F-FFD4-4E1D-9397-165969122E49}" type="datetimeFigureOut">
              <a:rPr lang="en-US" smtClean="0"/>
              <a:t>8/22/2020</a:t>
            </a:fld>
            <a:endParaRPr lang="en-US"/>
          </a:p>
        </p:txBody>
      </p:sp>
      <p:sp>
        <p:nvSpPr>
          <p:cNvPr id="3" name="Footer Placeholder 2">
            <a:extLst>
              <a:ext uri="{FF2B5EF4-FFF2-40B4-BE49-F238E27FC236}">
                <a16:creationId xmlns:a16="http://schemas.microsoft.com/office/drawing/2014/main" id="{15FAED4D-3526-45B2-BE79-F9F7E4C3F77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1189956-0387-4EFE-804D-CBDB61B6FF7E}"/>
              </a:ext>
            </a:extLst>
          </p:cNvPr>
          <p:cNvSpPr>
            <a:spLocks noGrp="1"/>
          </p:cNvSpPr>
          <p:nvPr>
            <p:ph type="sldNum" sz="quarter" idx="12"/>
          </p:nvPr>
        </p:nvSpPr>
        <p:spPr/>
        <p:txBody>
          <a:bodyPr/>
          <a:lstStyle/>
          <a:p>
            <a:fld id="{3B3F3655-9953-4688-BE32-E6B7426A8D26}" type="slidenum">
              <a:rPr lang="en-US" smtClean="0"/>
              <a:t>‹#›</a:t>
            </a:fld>
            <a:endParaRPr lang="en-US"/>
          </a:p>
        </p:txBody>
      </p:sp>
    </p:spTree>
    <p:extLst>
      <p:ext uri="{BB962C8B-B14F-4D97-AF65-F5344CB8AC3E}">
        <p14:creationId xmlns:p14="http://schemas.microsoft.com/office/powerpoint/2010/main" val="41382970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D95FC1-9817-4F89-859D-131B988B980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DE38F0DF-E0B4-4927-94CE-4B15D6D2F28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A2353EA-681F-4F1B-AABF-71A6A44529A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B46F08F-940B-4C66-B8BD-A65F548FCD77}"/>
              </a:ext>
            </a:extLst>
          </p:cNvPr>
          <p:cNvSpPr>
            <a:spLocks noGrp="1"/>
          </p:cNvSpPr>
          <p:nvPr>
            <p:ph type="dt" sz="half" idx="10"/>
          </p:nvPr>
        </p:nvSpPr>
        <p:spPr/>
        <p:txBody>
          <a:bodyPr/>
          <a:lstStyle/>
          <a:p>
            <a:fld id="{8EA25A1F-FFD4-4E1D-9397-165969122E49}" type="datetimeFigureOut">
              <a:rPr lang="en-US" smtClean="0"/>
              <a:t>8/22/2020</a:t>
            </a:fld>
            <a:endParaRPr lang="en-US"/>
          </a:p>
        </p:txBody>
      </p:sp>
      <p:sp>
        <p:nvSpPr>
          <p:cNvPr id="6" name="Footer Placeholder 5">
            <a:extLst>
              <a:ext uri="{FF2B5EF4-FFF2-40B4-BE49-F238E27FC236}">
                <a16:creationId xmlns:a16="http://schemas.microsoft.com/office/drawing/2014/main" id="{41D9E005-A178-4A83-91B9-255DC3829F5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CC036CC-6F11-45A2-A2C3-BBBB60A8A8CE}"/>
              </a:ext>
            </a:extLst>
          </p:cNvPr>
          <p:cNvSpPr>
            <a:spLocks noGrp="1"/>
          </p:cNvSpPr>
          <p:nvPr>
            <p:ph type="sldNum" sz="quarter" idx="12"/>
          </p:nvPr>
        </p:nvSpPr>
        <p:spPr/>
        <p:txBody>
          <a:bodyPr/>
          <a:lstStyle/>
          <a:p>
            <a:fld id="{3B3F3655-9953-4688-BE32-E6B7426A8D26}" type="slidenum">
              <a:rPr lang="en-US" smtClean="0"/>
              <a:t>‹#›</a:t>
            </a:fld>
            <a:endParaRPr lang="en-US"/>
          </a:p>
        </p:txBody>
      </p:sp>
    </p:spTree>
    <p:extLst>
      <p:ext uri="{BB962C8B-B14F-4D97-AF65-F5344CB8AC3E}">
        <p14:creationId xmlns:p14="http://schemas.microsoft.com/office/powerpoint/2010/main" val="390530169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C79A8B-56CB-4DA6-B363-9C26ABB70D7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89715DA0-9D97-4649-B153-CFE34D2FB18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939E079F-E748-4E5A-9C93-C892A627D0C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CCBD4D9-042E-44CC-A552-EC4030E768E7}"/>
              </a:ext>
            </a:extLst>
          </p:cNvPr>
          <p:cNvSpPr>
            <a:spLocks noGrp="1"/>
          </p:cNvSpPr>
          <p:nvPr>
            <p:ph type="dt" sz="half" idx="10"/>
          </p:nvPr>
        </p:nvSpPr>
        <p:spPr/>
        <p:txBody>
          <a:bodyPr/>
          <a:lstStyle/>
          <a:p>
            <a:fld id="{8EA25A1F-FFD4-4E1D-9397-165969122E49}" type="datetimeFigureOut">
              <a:rPr lang="en-US" smtClean="0"/>
              <a:t>8/22/2020</a:t>
            </a:fld>
            <a:endParaRPr lang="en-US"/>
          </a:p>
        </p:txBody>
      </p:sp>
      <p:sp>
        <p:nvSpPr>
          <p:cNvPr id="6" name="Footer Placeholder 5">
            <a:extLst>
              <a:ext uri="{FF2B5EF4-FFF2-40B4-BE49-F238E27FC236}">
                <a16:creationId xmlns:a16="http://schemas.microsoft.com/office/drawing/2014/main" id="{6066AECB-582C-41F2-8363-C41E621989B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CA53ED9-9DC0-45E9-B731-C3E84D98EA50}"/>
              </a:ext>
            </a:extLst>
          </p:cNvPr>
          <p:cNvSpPr>
            <a:spLocks noGrp="1"/>
          </p:cNvSpPr>
          <p:nvPr>
            <p:ph type="sldNum" sz="quarter" idx="12"/>
          </p:nvPr>
        </p:nvSpPr>
        <p:spPr/>
        <p:txBody>
          <a:bodyPr/>
          <a:lstStyle/>
          <a:p>
            <a:fld id="{3B3F3655-9953-4688-BE32-E6B7426A8D26}" type="slidenum">
              <a:rPr lang="en-US" smtClean="0"/>
              <a:t>‹#›</a:t>
            </a:fld>
            <a:endParaRPr lang="en-US"/>
          </a:p>
        </p:txBody>
      </p:sp>
    </p:spTree>
    <p:extLst>
      <p:ext uri="{BB962C8B-B14F-4D97-AF65-F5344CB8AC3E}">
        <p14:creationId xmlns:p14="http://schemas.microsoft.com/office/powerpoint/2010/main" val="17584780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28141E-E5C4-42FC-AF86-926D8A1EC6E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7DE8204A-7510-4641-B185-96241B5595C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7107723-3C99-4BD2-9916-7D7D93609A69}"/>
              </a:ext>
            </a:extLst>
          </p:cNvPr>
          <p:cNvSpPr>
            <a:spLocks noGrp="1"/>
          </p:cNvSpPr>
          <p:nvPr>
            <p:ph type="dt" sz="half" idx="10"/>
          </p:nvPr>
        </p:nvSpPr>
        <p:spPr/>
        <p:txBody>
          <a:bodyPr/>
          <a:lstStyle/>
          <a:p>
            <a:fld id="{8EA25A1F-FFD4-4E1D-9397-165969122E49}" type="datetimeFigureOut">
              <a:rPr lang="en-US" smtClean="0"/>
              <a:t>8/22/2020</a:t>
            </a:fld>
            <a:endParaRPr lang="en-US"/>
          </a:p>
        </p:txBody>
      </p:sp>
      <p:sp>
        <p:nvSpPr>
          <p:cNvPr id="5" name="Footer Placeholder 4">
            <a:extLst>
              <a:ext uri="{FF2B5EF4-FFF2-40B4-BE49-F238E27FC236}">
                <a16:creationId xmlns:a16="http://schemas.microsoft.com/office/drawing/2014/main" id="{30414DC9-D0D8-4EA2-BE29-C18627EB7C4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E3D42D2-940B-41DD-951C-E4717539CDC6}"/>
              </a:ext>
            </a:extLst>
          </p:cNvPr>
          <p:cNvSpPr>
            <a:spLocks noGrp="1"/>
          </p:cNvSpPr>
          <p:nvPr>
            <p:ph type="sldNum" sz="quarter" idx="12"/>
          </p:nvPr>
        </p:nvSpPr>
        <p:spPr/>
        <p:txBody>
          <a:bodyPr/>
          <a:lstStyle/>
          <a:p>
            <a:fld id="{3B3F3655-9953-4688-BE32-E6B7426A8D26}" type="slidenum">
              <a:rPr lang="en-US" smtClean="0"/>
              <a:t>‹#›</a:t>
            </a:fld>
            <a:endParaRPr lang="en-US"/>
          </a:p>
        </p:txBody>
      </p:sp>
    </p:spTree>
    <p:extLst>
      <p:ext uri="{BB962C8B-B14F-4D97-AF65-F5344CB8AC3E}">
        <p14:creationId xmlns:p14="http://schemas.microsoft.com/office/powerpoint/2010/main" val="163261566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5024503-2B09-4E80-9C40-93167BC8207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7731D00B-C086-457C-9082-919ECBD5BB9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05B149F-2352-4A08-81B2-35A6114EB178}"/>
              </a:ext>
            </a:extLst>
          </p:cNvPr>
          <p:cNvSpPr>
            <a:spLocks noGrp="1"/>
          </p:cNvSpPr>
          <p:nvPr>
            <p:ph type="dt" sz="half" idx="10"/>
          </p:nvPr>
        </p:nvSpPr>
        <p:spPr/>
        <p:txBody>
          <a:bodyPr/>
          <a:lstStyle/>
          <a:p>
            <a:fld id="{8EA25A1F-FFD4-4E1D-9397-165969122E49}" type="datetimeFigureOut">
              <a:rPr lang="en-US" smtClean="0"/>
              <a:t>8/22/2020</a:t>
            </a:fld>
            <a:endParaRPr lang="en-US"/>
          </a:p>
        </p:txBody>
      </p:sp>
      <p:sp>
        <p:nvSpPr>
          <p:cNvPr id="5" name="Footer Placeholder 4">
            <a:extLst>
              <a:ext uri="{FF2B5EF4-FFF2-40B4-BE49-F238E27FC236}">
                <a16:creationId xmlns:a16="http://schemas.microsoft.com/office/drawing/2014/main" id="{B98D81FE-44DC-4388-BCB4-56E42599DDB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7EB61EF-F2B2-4F0C-9D91-A884EDB9AC37}"/>
              </a:ext>
            </a:extLst>
          </p:cNvPr>
          <p:cNvSpPr>
            <a:spLocks noGrp="1"/>
          </p:cNvSpPr>
          <p:nvPr>
            <p:ph type="sldNum" sz="quarter" idx="12"/>
          </p:nvPr>
        </p:nvSpPr>
        <p:spPr/>
        <p:txBody>
          <a:bodyPr/>
          <a:lstStyle/>
          <a:p>
            <a:fld id="{3B3F3655-9953-4688-BE32-E6B7426A8D26}" type="slidenum">
              <a:rPr lang="en-US" smtClean="0"/>
              <a:t>‹#›</a:t>
            </a:fld>
            <a:endParaRPr lang="en-US"/>
          </a:p>
        </p:txBody>
      </p:sp>
    </p:spTree>
    <p:extLst>
      <p:ext uri="{BB962C8B-B14F-4D97-AF65-F5344CB8AC3E}">
        <p14:creationId xmlns:p14="http://schemas.microsoft.com/office/powerpoint/2010/main" val="342361823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5462961-D2ED-4018-B0A5-778210E8D5A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6CAAC16-01EC-4E7C-B024-DF63F15B4F1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5D108D2-41FA-46C2-9C55-8E96CB5B095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EA25A1F-FFD4-4E1D-9397-165969122E49}" type="datetimeFigureOut">
              <a:rPr lang="en-US" smtClean="0"/>
              <a:t>8/22/2020</a:t>
            </a:fld>
            <a:endParaRPr lang="en-US"/>
          </a:p>
        </p:txBody>
      </p:sp>
      <p:sp>
        <p:nvSpPr>
          <p:cNvPr id="5" name="Footer Placeholder 4">
            <a:extLst>
              <a:ext uri="{FF2B5EF4-FFF2-40B4-BE49-F238E27FC236}">
                <a16:creationId xmlns:a16="http://schemas.microsoft.com/office/drawing/2014/main" id="{43E3E233-F9AF-4886-B5DF-E72AB6DA32F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5179E314-31B7-4AF5-8383-1B8AC15FCEA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B3F3655-9953-4688-BE32-E6B7426A8D26}" type="slidenum">
              <a:rPr lang="en-US" smtClean="0"/>
              <a:t>‹#›</a:t>
            </a:fld>
            <a:endParaRPr lang="en-US"/>
          </a:p>
        </p:txBody>
      </p:sp>
    </p:spTree>
    <p:extLst>
      <p:ext uri="{BB962C8B-B14F-4D97-AF65-F5344CB8AC3E}">
        <p14:creationId xmlns:p14="http://schemas.microsoft.com/office/powerpoint/2010/main" val="385228336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976629" y="770467"/>
            <a:ext cx="8531155" cy="3352800"/>
          </a:xfrm>
        </p:spPr>
        <p:txBody>
          <a:bodyPr/>
          <a:lstStyle/>
          <a:p>
            <a:r>
              <a:rPr lang="en-US" sz="8600" dirty="0"/>
              <a:t>Database Design Practice II</a:t>
            </a:r>
          </a:p>
        </p:txBody>
      </p:sp>
      <p:sp>
        <p:nvSpPr>
          <p:cNvPr id="3" name="Subtitle 2"/>
          <p:cNvSpPr>
            <a:spLocks noGrp="1"/>
          </p:cNvSpPr>
          <p:nvPr>
            <p:ph type="subTitle" idx="1"/>
          </p:nvPr>
        </p:nvSpPr>
        <p:spPr>
          <a:xfrm>
            <a:off x="2024635" y="4198409"/>
            <a:ext cx="8038719" cy="1645920"/>
          </a:xfrm>
        </p:spPr>
        <p:txBody>
          <a:bodyPr>
            <a:normAutofit/>
          </a:bodyPr>
          <a:lstStyle/>
          <a:p>
            <a:endParaRPr lang="en-US" b="1" dirty="0"/>
          </a:p>
          <a:p>
            <a:r>
              <a:rPr lang="en-US" b="1" dirty="0"/>
              <a:t>Management Information Systems</a:t>
            </a:r>
          </a:p>
          <a:p>
            <a:r>
              <a:rPr lang="en-US" sz="2000" dirty="0"/>
              <a:t>Disha Parkhi</a:t>
            </a:r>
          </a:p>
        </p:txBody>
      </p:sp>
    </p:spTree>
    <p:extLst>
      <p:ext uri="{BB962C8B-B14F-4D97-AF65-F5344CB8AC3E}">
        <p14:creationId xmlns:p14="http://schemas.microsoft.com/office/powerpoint/2010/main" val="300760745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49496" y="229078"/>
            <a:ext cx="8079581" cy="1213357"/>
          </a:xfrm>
        </p:spPr>
        <p:txBody>
          <a:bodyPr/>
          <a:lstStyle/>
          <a:p>
            <a:r>
              <a:rPr lang="en-US" dirty="0"/>
              <a:t>Outline</a:t>
            </a:r>
          </a:p>
        </p:txBody>
      </p:sp>
      <p:sp>
        <p:nvSpPr>
          <p:cNvPr id="3" name="Slide Number Placeholder 2"/>
          <p:cNvSpPr>
            <a:spLocks noGrp="1"/>
          </p:cNvSpPr>
          <p:nvPr>
            <p:ph type="sldNum" sz="quarter" idx="12"/>
          </p:nvPr>
        </p:nvSpPr>
        <p:spPr/>
        <p:txBody>
          <a:bodyPr/>
          <a:lstStyle/>
          <a:p>
            <a:fld id="{87F3E754-1C97-4481-A18C-9D97ADBDF344}" type="slidenum">
              <a:rPr lang="en-US" smtClean="0"/>
              <a:t>2</a:t>
            </a:fld>
            <a:endParaRPr lang="en-US" dirty="0"/>
          </a:p>
        </p:txBody>
      </p:sp>
      <p:sp>
        <p:nvSpPr>
          <p:cNvPr id="4" name="Rectangle 5"/>
          <p:cNvSpPr>
            <a:spLocks noChangeArrowheads="1"/>
          </p:cNvSpPr>
          <p:nvPr/>
        </p:nvSpPr>
        <p:spPr bwMode="auto">
          <a:xfrm>
            <a:off x="1849496" y="1089764"/>
            <a:ext cx="8585093" cy="1792158"/>
          </a:xfrm>
          <a:prstGeom prst="rect">
            <a:avLst/>
          </a:prstGeom>
          <a:noFill/>
          <a:ln w="9525">
            <a:noFill/>
            <a:miter lim="800000"/>
            <a:headEnd/>
            <a:tailEnd/>
          </a:ln>
          <a:effectLst/>
        </p:spPr>
        <p:txBody>
          <a:bodyPr wrap="square" lIns="92075" tIns="46038" rIns="92075" bIns="46038">
            <a:spAutoFit/>
          </a:bodyPr>
          <a:lstStyle/>
          <a:p>
            <a:pPr algn="just">
              <a:lnSpc>
                <a:spcPct val="150000"/>
              </a:lnSpc>
            </a:pPr>
            <a:endParaRPr lang="en-US" sz="2500" dirty="0"/>
          </a:p>
          <a:p>
            <a:pPr marL="342900" indent="-342900" algn="just">
              <a:lnSpc>
                <a:spcPct val="150000"/>
              </a:lnSpc>
              <a:buFont typeface="Wingdings" panose="05000000000000000000" pitchFamily="2" charset="2"/>
              <a:buChar char="§"/>
            </a:pPr>
            <a:r>
              <a:rPr lang="en-US" sz="2500" dirty="0"/>
              <a:t>Database design exercise</a:t>
            </a:r>
          </a:p>
          <a:p>
            <a:pPr algn="just">
              <a:lnSpc>
                <a:spcPct val="150000"/>
              </a:lnSpc>
            </a:pPr>
            <a:endParaRPr lang="en-US" sz="2500" dirty="0"/>
          </a:p>
        </p:txBody>
      </p:sp>
      <p:sp>
        <p:nvSpPr>
          <p:cNvPr id="5" name="Content Placeholder 8"/>
          <p:cNvSpPr txBox="1">
            <a:spLocks/>
          </p:cNvSpPr>
          <p:nvPr/>
        </p:nvSpPr>
        <p:spPr>
          <a:xfrm>
            <a:off x="6961909" y="1993392"/>
            <a:ext cx="3126018" cy="3767328"/>
          </a:xfrm>
          <a:prstGeom prst="rect">
            <a:avLst/>
          </a:prstGeom>
        </p:spPr>
        <p:style>
          <a:lnRef idx="2">
            <a:schemeClr val="accent1"/>
          </a:lnRef>
          <a:fillRef idx="1">
            <a:schemeClr val="lt1"/>
          </a:fillRef>
          <a:effectRef idx="0">
            <a:schemeClr val="accent1"/>
          </a:effectRef>
          <a:fontRef idx="minor">
            <a:schemeClr val="dk1"/>
          </a:fontRef>
        </p:style>
        <p:txBody>
          <a:bodyPr>
            <a:normAutofit/>
          </a:bodyPr>
          <a:lstStyle>
            <a:lvl1pPr marL="91440" indent="-91440" algn="l" defTabSz="914400" rtl="0" eaLnBrk="1" latinLnBrk="0" hangingPunct="1">
              <a:lnSpc>
                <a:spcPct val="85000"/>
              </a:lnSpc>
              <a:spcBef>
                <a:spcPts val="1300"/>
              </a:spcBef>
              <a:buFont typeface="Arial" pitchFamily="34" charset="0"/>
              <a:buChar char=" "/>
              <a:defRPr sz="2400" kern="1200">
                <a:solidFill>
                  <a:schemeClr val="tx1">
                    <a:lumMod val="85000"/>
                    <a:lumOff val="15000"/>
                  </a:schemeClr>
                </a:solidFill>
                <a:latin typeface="+mn-lt"/>
                <a:ea typeface="+mn-ea"/>
                <a:cs typeface="+mn-cs"/>
              </a:defRPr>
            </a:lvl1pPr>
            <a:lvl2pPr marL="274320" indent="-342900" algn="l" defTabSz="914400" rtl="0" eaLnBrk="1" latinLnBrk="0" hangingPunct="1">
              <a:lnSpc>
                <a:spcPct val="85000"/>
              </a:lnSpc>
              <a:spcBef>
                <a:spcPts val="600"/>
              </a:spcBef>
              <a:buFont typeface="Arial" pitchFamily="34" charset="0"/>
              <a:buChar char=" "/>
              <a:defRPr sz="2400" kern="1200">
                <a:solidFill>
                  <a:schemeClr val="tx1">
                    <a:lumMod val="85000"/>
                    <a:lumOff val="15000"/>
                  </a:schemeClr>
                </a:solidFill>
                <a:latin typeface="+mn-lt"/>
                <a:ea typeface="+mn-ea"/>
                <a:cs typeface="+mn-cs"/>
              </a:defRPr>
            </a:lvl2pPr>
            <a:lvl3pPr marL="548640" indent="-548640" algn="l" defTabSz="914400" rtl="0" eaLnBrk="1" latinLnBrk="0" hangingPunct="1">
              <a:lnSpc>
                <a:spcPct val="85000"/>
              </a:lnSpc>
              <a:spcBef>
                <a:spcPts val="600"/>
              </a:spcBef>
              <a:buFont typeface="Arial" pitchFamily="34" charset="0"/>
              <a:buChar char=" "/>
              <a:defRPr sz="2000" i="1" kern="1200">
                <a:solidFill>
                  <a:schemeClr val="tx1">
                    <a:lumMod val="85000"/>
                    <a:lumOff val="15000"/>
                  </a:schemeClr>
                </a:solidFill>
                <a:latin typeface="+mn-lt"/>
                <a:ea typeface="+mn-ea"/>
                <a:cs typeface="+mn-cs"/>
              </a:defRPr>
            </a:lvl3pPr>
            <a:lvl4pPr marL="822960" indent="-82296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4pPr>
            <a:lvl5pPr marL="1097280" indent="-109728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5pPr>
            <a:lvl6pPr marL="12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6pPr>
            <a:lvl7pPr marL="14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7pPr>
            <a:lvl8pPr marL="16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8pPr>
            <a:lvl9pPr marL="18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9pPr>
          </a:lstStyle>
          <a:p>
            <a:pPr marL="0" indent="0" algn="ctr">
              <a:lnSpc>
                <a:spcPct val="100000"/>
              </a:lnSpc>
              <a:buNone/>
            </a:pPr>
            <a:r>
              <a:rPr lang="en-US" sz="2800" dirty="0">
                <a:solidFill>
                  <a:schemeClr val="accent1"/>
                </a:solidFill>
              </a:rPr>
              <a:t>Reading:</a:t>
            </a:r>
            <a:r>
              <a:rPr lang="en-US" dirty="0"/>
              <a:t> </a:t>
            </a:r>
          </a:p>
          <a:p>
            <a:pPr>
              <a:lnSpc>
                <a:spcPct val="100000"/>
              </a:lnSpc>
              <a:buFont typeface="Wingdings" charset="2"/>
              <a:buChar char="ü"/>
            </a:pPr>
            <a:r>
              <a:rPr lang="en-US" i="1" dirty="0"/>
              <a:t> Chapter 4: 71-77</a:t>
            </a:r>
          </a:p>
          <a:p>
            <a:pPr marL="0" indent="0">
              <a:lnSpc>
                <a:spcPct val="100000"/>
              </a:lnSpc>
              <a:buNone/>
            </a:pPr>
            <a:endParaRPr lang="en-US" dirty="0"/>
          </a:p>
        </p:txBody>
      </p:sp>
    </p:spTree>
    <p:extLst>
      <p:ext uri="{BB962C8B-B14F-4D97-AF65-F5344CB8AC3E}">
        <p14:creationId xmlns:p14="http://schemas.microsoft.com/office/powerpoint/2010/main" val="10888179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21301" y="97055"/>
            <a:ext cx="8079581" cy="1037269"/>
          </a:xfrm>
        </p:spPr>
        <p:txBody>
          <a:bodyPr>
            <a:noAutofit/>
          </a:bodyPr>
          <a:lstStyle/>
          <a:p>
            <a:r>
              <a:rPr lang="en-US" sz="3600" dirty="0"/>
              <a:t>Video Lending Library - without Loan History</a:t>
            </a:r>
          </a:p>
        </p:txBody>
      </p:sp>
      <p:sp>
        <p:nvSpPr>
          <p:cNvPr id="8" name="Rectangle 5"/>
          <p:cNvSpPr>
            <a:spLocks noChangeArrowheads="1"/>
          </p:cNvSpPr>
          <p:nvPr/>
        </p:nvSpPr>
        <p:spPr bwMode="auto">
          <a:xfrm>
            <a:off x="1821300" y="1066622"/>
            <a:ext cx="8549400" cy="5263621"/>
          </a:xfrm>
          <a:prstGeom prst="rect">
            <a:avLst/>
          </a:prstGeom>
          <a:noFill/>
          <a:ln w="9525">
            <a:noFill/>
            <a:miter lim="800000"/>
            <a:headEnd/>
            <a:tailEnd/>
          </a:ln>
          <a:effectLst/>
        </p:spPr>
        <p:txBody>
          <a:bodyPr wrap="square" lIns="92075" tIns="46038" rIns="92075" bIns="46038">
            <a:spAutoFit/>
          </a:bodyPr>
          <a:lstStyle/>
          <a:p>
            <a:pPr algn="just"/>
            <a:r>
              <a:rPr lang="en-US" sz="2100" dirty="0" err="1"/>
              <a:t>Northshore</a:t>
            </a:r>
            <a:r>
              <a:rPr lang="en-US" sz="2100" dirty="0"/>
              <a:t> Community Center operates a video lending library, and wants to use one its PC computers for keeping records for the video-lending operation.  Some of the stock of videos has been donated by various patrons, and other portions purchased out of the community center's general fund.</a:t>
            </a:r>
          </a:p>
          <a:p>
            <a:pPr algn="just"/>
            <a:endParaRPr lang="en-US" sz="2100" dirty="0"/>
          </a:p>
          <a:p>
            <a:pPr algn="just"/>
            <a:r>
              <a:rPr lang="en-US" sz="2100" dirty="0">
                <a:solidFill>
                  <a:srgbClr val="7030A0"/>
                </a:solidFill>
              </a:rPr>
              <a:t>The video library has a large number of movies, some of which have the same title (often because of "remakes").  For each movie, you want to keep track of its name, the date it was first released, its primary language, and its category (such as "Comedy", "Action", "Documentary", etc.).</a:t>
            </a:r>
          </a:p>
          <a:p>
            <a:pPr algn="just"/>
            <a:endParaRPr lang="en-US" sz="2100" dirty="0"/>
          </a:p>
          <a:p>
            <a:pPr algn="just"/>
            <a:r>
              <a:rPr lang="en-US" sz="2100" dirty="0">
                <a:solidFill>
                  <a:srgbClr val="C00000"/>
                </a:solidFill>
              </a:rPr>
              <a:t>The movies are in various formats (Blu-Ray, DVD, and even VHS); </a:t>
            </a:r>
            <a:r>
              <a:rPr lang="en-US" sz="2100" b="1" dirty="0">
                <a:solidFill>
                  <a:srgbClr val="C00000"/>
                </a:solidFill>
              </a:rPr>
              <a:t>sometimes you have multiple copies of the same movie in the same format (for very popular films)</a:t>
            </a:r>
            <a:r>
              <a:rPr lang="en-US" sz="2100" dirty="0">
                <a:solidFill>
                  <a:srgbClr val="C00000"/>
                </a:solidFill>
              </a:rPr>
              <a:t>.  Each copy is identified by a unique barcode number (which you can easily read by attaching an inexpensive USB barcode scanner to the PC).  For each copy, you keep track of the date you acquired it, whether it was obtained used or new, and whether it was donated or purchased.</a:t>
            </a:r>
          </a:p>
        </p:txBody>
      </p:sp>
      <p:sp>
        <p:nvSpPr>
          <p:cNvPr id="3" name="Rectangle 2"/>
          <p:cNvSpPr>
            <a:spLocks noChangeArrowheads="1"/>
          </p:cNvSpPr>
          <p:nvPr/>
        </p:nvSpPr>
        <p:spPr bwMode="auto">
          <a:xfrm>
            <a:off x="1524001" y="-184666"/>
            <a:ext cx="184731" cy="36933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Slide Number Placeholder 4"/>
          <p:cNvSpPr>
            <a:spLocks noGrp="1"/>
          </p:cNvSpPr>
          <p:nvPr>
            <p:ph type="sldNum" sz="quarter" idx="12"/>
          </p:nvPr>
        </p:nvSpPr>
        <p:spPr/>
        <p:txBody>
          <a:bodyPr/>
          <a:lstStyle/>
          <a:p>
            <a:fld id="{87F3E754-1C97-4481-A18C-9D97ADBDF344}" type="slidenum">
              <a:rPr lang="en-US" smtClean="0"/>
              <a:t>3</a:t>
            </a:fld>
            <a:endParaRPr lang="en-US" dirty="0"/>
          </a:p>
        </p:txBody>
      </p:sp>
    </p:spTree>
    <p:extLst>
      <p:ext uri="{BB962C8B-B14F-4D97-AF65-F5344CB8AC3E}">
        <p14:creationId xmlns:p14="http://schemas.microsoft.com/office/powerpoint/2010/main" val="15970279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26752" y="169192"/>
            <a:ext cx="8841248" cy="1037269"/>
          </a:xfrm>
        </p:spPr>
        <p:txBody>
          <a:bodyPr>
            <a:noAutofit/>
          </a:bodyPr>
          <a:lstStyle/>
          <a:p>
            <a:r>
              <a:rPr lang="en-US" sz="3600" dirty="0"/>
              <a:t>Video Lending Library - without Loan History (cont.)</a:t>
            </a:r>
          </a:p>
        </p:txBody>
      </p:sp>
      <p:sp>
        <p:nvSpPr>
          <p:cNvPr id="8" name="Rectangle 5"/>
          <p:cNvSpPr>
            <a:spLocks noChangeArrowheads="1"/>
          </p:cNvSpPr>
          <p:nvPr/>
        </p:nvSpPr>
        <p:spPr bwMode="auto">
          <a:xfrm>
            <a:off x="1837038" y="1375651"/>
            <a:ext cx="8526162" cy="4617291"/>
          </a:xfrm>
          <a:prstGeom prst="rect">
            <a:avLst/>
          </a:prstGeom>
          <a:noFill/>
          <a:ln w="9525">
            <a:noFill/>
            <a:miter lim="800000"/>
            <a:headEnd/>
            <a:tailEnd/>
          </a:ln>
          <a:effectLst/>
        </p:spPr>
        <p:txBody>
          <a:bodyPr wrap="square" lIns="92075" tIns="46038" rIns="92075" bIns="46038">
            <a:spAutoFit/>
          </a:bodyPr>
          <a:lstStyle/>
          <a:p>
            <a:pPr algn="just"/>
            <a:r>
              <a:rPr lang="en-US" sz="2100" dirty="0">
                <a:solidFill>
                  <a:srgbClr val="00B050"/>
                </a:solidFill>
              </a:rPr>
              <a:t>Each client of the community center has a registration card with a unique account number.  For each client, you want to keep first name, last name, date of birth, address information, and phone number.  </a:t>
            </a:r>
          </a:p>
          <a:p>
            <a:pPr algn="just"/>
            <a:endParaRPr lang="en-US" sz="2100" dirty="0">
              <a:solidFill>
                <a:srgbClr val="00B050"/>
              </a:solidFill>
            </a:endParaRPr>
          </a:p>
          <a:p>
            <a:pPr algn="just"/>
            <a:r>
              <a:rPr lang="en-US" sz="2100" dirty="0"/>
              <a:t>Suppose that you have access to a table giving the city name and state for every zip code in the community center's service area.</a:t>
            </a:r>
          </a:p>
          <a:p>
            <a:pPr algn="just"/>
            <a:endParaRPr lang="en-US" sz="2100" dirty="0"/>
          </a:p>
          <a:p>
            <a:pPr algn="just"/>
            <a:endParaRPr lang="en-US" sz="2100" dirty="0"/>
          </a:p>
          <a:p>
            <a:pPr algn="just"/>
            <a:r>
              <a:rPr lang="en-US" sz="2100" b="1" dirty="0"/>
              <a:t>Part 1.</a:t>
            </a:r>
            <a:r>
              <a:rPr lang="en-US" sz="2100" dirty="0"/>
              <a:t>  Initially, suppose we are not interested in tracking our clients' past video borrowing  history; we simply wish to know which videos are currently in the stock, which ones are currently on loan, when they were loaned, and who has each loaned video.  </a:t>
            </a:r>
          </a:p>
          <a:p>
            <a:pPr algn="just"/>
            <a:endParaRPr lang="en-US" sz="2100" dirty="0"/>
          </a:p>
          <a:p>
            <a:pPr algn="just"/>
            <a:r>
              <a:rPr lang="en-US" sz="2100" dirty="0"/>
              <a:t>Design a database using only one-to-many relationships.</a:t>
            </a:r>
          </a:p>
        </p:txBody>
      </p:sp>
      <p:sp>
        <p:nvSpPr>
          <p:cNvPr id="3" name="Rectangle 2"/>
          <p:cNvSpPr>
            <a:spLocks noChangeArrowheads="1"/>
          </p:cNvSpPr>
          <p:nvPr/>
        </p:nvSpPr>
        <p:spPr bwMode="auto">
          <a:xfrm>
            <a:off x="1524001" y="-184666"/>
            <a:ext cx="184731" cy="36933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Slide Number Placeholder 4"/>
          <p:cNvSpPr>
            <a:spLocks noGrp="1"/>
          </p:cNvSpPr>
          <p:nvPr>
            <p:ph type="sldNum" sz="quarter" idx="12"/>
          </p:nvPr>
        </p:nvSpPr>
        <p:spPr/>
        <p:txBody>
          <a:bodyPr/>
          <a:lstStyle/>
          <a:p>
            <a:fld id="{87F3E754-1C97-4481-A18C-9D97ADBDF344}" type="slidenum">
              <a:rPr lang="en-US" smtClean="0"/>
              <a:t>4</a:t>
            </a:fld>
            <a:endParaRPr lang="en-US"/>
          </a:p>
        </p:txBody>
      </p:sp>
    </p:spTree>
    <p:extLst>
      <p:ext uri="{BB962C8B-B14F-4D97-AF65-F5344CB8AC3E}">
        <p14:creationId xmlns:p14="http://schemas.microsoft.com/office/powerpoint/2010/main" val="5512370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5"/>
          <p:cNvSpPr>
            <a:spLocks noChangeArrowheads="1"/>
          </p:cNvSpPr>
          <p:nvPr/>
        </p:nvSpPr>
        <p:spPr bwMode="auto">
          <a:xfrm>
            <a:off x="1980945" y="1604678"/>
            <a:ext cx="8181438" cy="1708802"/>
          </a:xfrm>
          <a:prstGeom prst="rect">
            <a:avLst/>
          </a:prstGeom>
          <a:noFill/>
          <a:ln w="9525">
            <a:noFill/>
            <a:miter lim="800000"/>
            <a:headEnd/>
            <a:tailEnd/>
          </a:ln>
          <a:effectLst/>
        </p:spPr>
        <p:txBody>
          <a:bodyPr wrap="square" lIns="92075" tIns="46038" rIns="92075" bIns="46038">
            <a:spAutoFit/>
          </a:bodyPr>
          <a:lstStyle/>
          <a:p>
            <a:pPr algn="just"/>
            <a:r>
              <a:rPr lang="en-US" sz="2100" b="1" dirty="0"/>
              <a:t>Part 2.  </a:t>
            </a:r>
            <a:r>
              <a:rPr lang="en-US" sz="2100" dirty="0"/>
              <a:t>Suppose we change our minds, and want to keep track of past history, including when videos were loaned and when they were returned.  We would like the database to be able to tell us all the past loans on any movie copy, and all the past loans of any client.  How would we change the design of the database? </a:t>
            </a:r>
          </a:p>
        </p:txBody>
      </p:sp>
      <p:sp>
        <p:nvSpPr>
          <p:cNvPr id="4" name="Title 1"/>
          <p:cNvSpPr txBox="1">
            <a:spLocks/>
          </p:cNvSpPr>
          <p:nvPr/>
        </p:nvSpPr>
        <p:spPr>
          <a:xfrm>
            <a:off x="1847348" y="241218"/>
            <a:ext cx="8079581" cy="103726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800" kern="1200" spc="-120" baseline="0">
                <a:solidFill>
                  <a:schemeClr val="accent1"/>
                </a:solidFill>
                <a:latin typeface="+mj-lt"/>
                <a:ea typeface="+mj-ea"/>
                <a:cs typeface="+mj-cs"/>
              </a:defRPr>
            </a:lvl1pPr>
          </a:lstStyle>
          <a:p>
            <a:r>
              <a:rPr lang="en-US" sz="3600" dirty="0"/>
              <a:t>The Video Lending Library - </a:t>
            </a:r>
            <a:r>
              <a:rPr lang="en-US" sz="3600" i="1" u="sng" dirty="0"/>
              <a:t>with</a:t>
            </a:r>
            <a:r>
              <a:rPr lang="en-US" sz="3600" dirty="0"/>
              <a:t> Loan History</a:t>
            </a:r>
          </a:p>
        </p:txBody>
      </p:sp>
      <p:sp>
        <p:nvSpPr>
          <p:cNvPr id="5" name="Slide Number Placeholder 4"/>
          <p:cNvSpPr>
            <a:spLocks noGrp="1"/>
          </p:cNvSpPr>
          <p:nvPr>
            <p:ph type="sldNum" sz="quarter" idx="12"/>
          </p:nvPr>
        </p:nvSpPr>
        <p:spPr/>
        <p:txBody>
          <a:bodyPr/>
          <a:lstStyle/>
          <a:p>
            <a:fld id="{87F3E754-1C97-4481-A18C-9D97ADBDF344}" type="slidenum">
              <a:rPr lang="en-US" smtClean="0"/>
              <a:t>5</a:t>
            </a:fld>
            <a:endParaRPr lang="en-US"/>
          </a:p>
        </p:txBody>
      </p:sp>
    </p:spTree>
    <p:extLst>
      <p:ext uri="{BB962C8B-B14F-4D97-AF65-F5344CB8AC3E}">
        <p14:creationId xmlns:p14="http://schemas.microsoft.com/office/powerpoint/2010/main" val="24058050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449</Words>
  <Application>Microsoft Office PowerPoint</Application>
  <PresentationFormat>Widescreen</PresentationFormat>
  <Paragraphs>31</Paragraphs>
  <Slides>5</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vt:i4>
      </vt:variant>
    </vt:vector>
  </HeadingPairs>
  <TitlesOfParts>
    <vt:vector size="10" baseType="lpstr">
      <vt:lpstr>Arial</vt:lpstr>
      <vt:lpstr>Calibri</vt:lpstr>
      <vt:lpstr>Calibri Light</vt:lpstr>
      <vt:lpstr>Wingdings</vt:lpstr>
      <vt:lpstr>Office Theme</vt:lpstr>
      <vt:lpstr>Database Design Practice II</vt:lpstr>
      <vt:lpstr>Outline</vt:lpstr>
      <vt:lpstr>Video Lending Library - without Loan History</vt:lpstr>
      <vt:lpstr>Video Lending Library - without Loan History (cont.)</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Database Design Practice II</dc:title>
  <dc:creator>Disha Parkhi</dc:creator>
  <cp:lastModifiedBy>Disha Parkhi</cp:lastModifiedBy>
  <cp:revision>1</cp:revision>
  <dcterms:created xsi:type="dcterms:W3CDTF">2020-08-22T21:02:47Z</dcterms:created>
  <dcterms:modified xsi:type="dcterms:W3CDTF">2020-08-22T21:03:25Z</dcterms:modified>
</cp:coreProperties>
</file>
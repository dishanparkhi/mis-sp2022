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2" r:id="rId1"/>
  </p:sldMasterIdLst>
  <p:notesMasterIdLst>
    <p:notesMasterId r:id="rId6"/>
  </p:notesMasterIdLst>
  <p:sldIdLst>
    <p:sldId id="256" r:id="rId2"/>
    <p:sldId id="257" r:id="rId3"/>
    <p:sldId id="324" r:id="rId4"/>
    <p:sldId id="323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6"/>
            <p14:sldId id="257"/>
            <p14:sldId id="324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a 2" initials="M2" lastIdx="5" clrIdx="0">
    <p:extLst>
      <p:ext uri="{19B8F6BF-5375-455C-9EA6-DF929625EA0E}">
        <p15:presenceInfo xmlns:p15="http://schemas.microsoft.com/office/powerpoint/2012/main" userId="Marta 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F3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2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4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A55E727B-FA1B-4C09-AC41-E639BE9EF3F3}"/>
    <pc:docChg chg="modSld">
      <pc:chgData name="Disha Parkhi" userId="7ca7a02737f3c9a0" providerId="LiveId" clId="{A55E727B-FA1B-4C09-AC41-E639BE9EF3F3}" dt="2021-02-24T14:59:51.759" v="19" actId="20577"/>
      <pc:docMkLst>
        <pc:docMk/>
      </pc:docMkLst>
      <pc:sldChg chg="modSp mod">
        <pc:chgData name="Disha Parkhi" userId="7ca7a02737f3c9a0" providerId="LiveId" clId="{A55E727B-FA1B-4C09-AC41-E639BE9EF3F3}" dt="2021-02-24T14:59:51.759" v="19" actId="20577"/>
        <pc:sldMkLst>
          <pc:docMk/>
          <pc:sldMk cId="2685054212" sldId="256"/>
        </pc:sldMkLst>
        <pc:spChg chg="mod">
          <ac:chgData name="Disha Parkhi" userId="7ca7a02737f3c9a0" providerId="LiveId" clId="{A55E727B-FA1B-4C09-AC41-E639BE9EF3F3}" dt="2021-02-24T14:59:51.759" v="19" actId="20577"/>
          <ac:spMkLst>
            <pc:docMk/>
            <pc:sldMk cId="268505421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0DF44-810D-4C2D-8635-EB97E7E0F999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4D6CA-5B07-41E0-A7A1-3547E2676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2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3F21281F-5EB7-461A-A18E-F2B2C6076B59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00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B55-C88C-4399-A6A9-DB67B7B8CCEE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3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E7BD-DA1A-407D-A127-BC704EEF3562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9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DDDB-765D-46A2-AF36-FD317EC029B1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1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5765-DA65-4641-A4EC-DD77CEBF5FCB}" type="datetime1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6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B3A5-D095-4316-A23B-C97B989ECDC2}" type="datetime1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2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D360-8571-4126-BABE-12ED1F7143DD}" type="datetime1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AF6F-AE9C-4F31-986A-69A07A4CFC91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0025F317-2293-488F-97DA-D7A3179407DC}" type="datetime1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12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64DA-A733-40D6-ADA6-9EC513AA24B6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9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B3D71-85A6-4948-9175-F5E9465F934D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8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977A330F-F00F-4B91-AAEA-DA2925878399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87F3E754-1C97-4481-A18C-9D97ADBDF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9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Queries with multiple tables-</a:t>
            </a:r>
            <a:r>
              <a:rPr lang="en-US" dirty="0" err="1"/>
              <a:t>Ms</a:t>
            </a:r>
            <a:r>
              <a:rPr lang="en-US" dirty="0"/>
              <a:t> Access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8038719" cy="1645920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Management Information Systems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495" y="229077"/>
            <a:ext cx="8079581" cy="121335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79371" y="1770967"/>
            <a:ext cx="4723719" cy="3324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914400" lvl="1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Queries with multiple tables</a:t>
            </a:r>
          </a:p>
          <a:p>
            <a:pPr marL="914400" lvl="1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914400" lvl="1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lvl="1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400" dirty="0">
                <a:latin typeface="+mj-lt"/>
              </a:rPr>
              <a:t>File: </a:t>
            </a:r>
            <a:r>
              <a:rPr lang="en-US" sz="2400" i="1" dirty="0">
                <a:latin typeface="+mj-lt"/>
              </a:rPr>
              <a:t>loans - good </a:t>
            </a:r>
            <a:r>
              <a:rPr lang="en-US" sz="2400" i="1" dirty="0" err="1">
                <a:latin typeface="+mj-lt"/>
              </a:rPr>
              <a:t>design.mdb</a:t>
            </a:r>
            <a:endParaRPr lang="en-US" sz="2400" i="1" dirty="0">
              <a:latin typeface="+mj-lt"/>
            </a:endParaRP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5657273" y="1993392"/>
            <a:ext cx="3094182" cy="376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itchFamily="34" charset="0"/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Chapter 5: 95-115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Recall queries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75138" y="1220813"/>
            <a:ext cx="8360615" cy="477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Goal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/>
              <a:t>extract data from the database according to some criteria</a:t>
            </a:r>
            <a:r>
              <a:rPr lang="en-US" sz="2400" dirty="0"/>
              <a:t> defined by the user.</a:t>
            </a:r>
          </a:p>
          <a:p>
            <a:pPr marL="285750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What they 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2800" b="1" dirty="0"/>
              <a:t>a set of instructions </a:t>
            </a:r>
            <a:r>
              <a:rPr lang="en-US" sz="2400" dirty="0"/>
              <a:t>on how to go to the database and extract the data one is interested in.</a:t>
            </a:r>
          </a:p>
          <a:p>
            <a:pPr marL="742950" lvl="1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Queries generate tables that look and function like regular regular Access tables, but </a:t>
            </a:r>
            <a:r>
              <a:rPr lang="en-US" sz="2000" b="1" dirty="0"/>
              <a:t>they are not actual tables</a:t>
            </a:r>
          </a:p>
          <a:p>
            <a:pPr marL="742950" lvl="1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b="1" dirty="0"/>
              <a:t>Queries do not duplicate the data: </a:t>
            </a:r>
            <a:r>
              <a:rPr lang="en-US" sz="2000" dirty="0"/>
              <a:t>every time you open a query, the instructions are run, the data is pulled from the database and is displayed. But when you close the query, the displayed data is gone; all that is saved in memory are the instructions. As a consequence, we have the next property:</a:t>
            </a:r>
          </a:p>
          <a:p>
            <a:pPr marL="742950" lvl="1" indent="-28575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b="1" dirty="0"/>
              <a:t>A query always shows the most updated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7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47" y="88817"/>
            <a:ext cx="8079581" cy="1037269"/>
          </a:xfrm>
        </p:spPr>
        <p:txBody>
          <a:bodyPr/>
          <a:lstStyle/>
          <a:p>
            <a:r>
              <a:rPr lang="en-US" dirty="0"/>
              <a:t>Queries with multiple tables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00541" y="1316565"/>
            <a:ext cx="8435212" cy="5189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400" i="1" dirty="0"/>
              <a:t>List of customers and their loans. </a:t>
            </a:r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endParaRPr lang="en-US" sz="2400" i="1" dirty="0"/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400" i="1" dirty="0"/>
              <a:t>List of customers and their payments.</a:t>
            </a:r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endParaRPr lang="en-US" sz="2400" i="1" dirty="0"/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400" i="1" dirty="0"/>
              <a:t>List of all loans made after March 1</a:t>
            </a:r>
            <a:r>
              <a:rPr lang="en-US" sz="2400" i="1" baseline="30000" dirty="0"/>
              <a:t>st</a:t>
            </a:r>
            <a:r>
              <a:rPr lang="en-US" sz="2400" i="1" dirty="0"/>
              <a:t> 1999 and whose amount is at least $200,000, and corresponding customers.</a:t>
            </a:r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endParaRPr lang="en-US" sz="2400" i="1" dirty="0"/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400" i="1" dirty="0"/>
              <a:t>For each loan, show the customer, the sum of the payment amounts and the number of payments made on that loan.</a:t>
            </a:r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endParaRPr lang="en-US" sz="2400" i="1" dirty="0"/>
          </a:p>
          <a:p>
            <a:pPr marL="514350" indent="-51435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400" i="1" dirty="0"/>
              <a:t>For each customer, the sum and count of his/her payments.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4956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2980</TotalTime>
  <Words>244</Words>
  <Application>Microsoft Office PowerPoint</Application>
  <PresentationFormat>On-screen Show (4:3)</PresentationFormat>
  <Paragraphs>32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Metropolitan</vt:lpstr>
      <vt:lpstr>Queries with multiple tables-Ms Access</vt:lpstr>
      <vt:lpstr>Outline</vt:lpstr>
      <vt:lpstr>Recall queries</vt:lpstr>
      <vt:lpstr>Queries with multiple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</dc:title>
  <dc:creator>Disha Parkhi</dc:creator>
  <cp:lastModifiedBy>Disha Parkhi</cp:lastModifiedBy>
  <cp:revision>125</cp:revision>
  <dcterms:created xsi:type="dcterms:W3CDTF">2015-04-10T22:20:33Z</dcterms:created>
  <dcterms:modified xsi:type="dcterms:W3CDTF">2021-02-24T14:59:54Z</dcterms:modified>
</cp:coreProperties>
</file>
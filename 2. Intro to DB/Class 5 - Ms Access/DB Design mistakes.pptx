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2" r:id="rId1"/>
  </p:sldMasterIdLst>
  <p:notesMasterIdLst>
    <p:notesMasterId r:id="rId7"/>
  </p:notesMasterIdLst>
  <p:sldIdLst>
    <p:sldId id="256" r:id="rId2"/>
    <p:sldId id="257" r:id="rId3"/>
    <p:sldId id="341" r:id="rId4"/>
    <p:sldId id="342" r:id="rId5"/>
    <p:sldId id="343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92008D-43F3-4264-941F-487151B80BC1}">
          <p14:sldIdLst>
            <p14:sldId id="256"/>
            <p14:sldId id="257"/>
            <p14:sldId id="341"/>
            <p14:sldId id="342"/>
            <p14:sldId id="3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ta 2" initials="M2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1E1"/>
    <a:srgbClr val="F3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0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452" y="-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sha Parkhi" userId="7ca7a02737f3c9a0" providerId="LiveId" clId="{986302BD-6459-4C29-867C-63AC12F3824C}"/>
    <pc:docChg chg="modSld">
      <pc:chgData name="Disha Parkhi" userId="7ca7a02737f3c9a0" providerId="LiveId" clId="{986302BD-6459-4C29-867C-63AC12F3824C}" dt="2021-02-24T14:38:14.486" v="11" actId="20577"/>
      <pc:docMkLst>
        <pc:docMk/>
      </pc:docMkLst>
      <pc:sldChg chg="modSp mod">
        <pc:chgData name="Disha Parkhi" userId="7ca7a02737f3c9a0" providerId="LiveId" clId="{986302BD-6459-4C29-867C-63AC12F3824C}" dt="2021-02-24T14:38:14.486" v="11" actId="20577"/>
        <pc:sldMkLst>
          <pc:docMk/>
          <pc:sldMk cId="2685054212" sldId="256"/>
        </pc:sldMkLst>
        <pc:spChg chg="mod">
          <ac:chgData name="Disha Parkhi" userId="7ca7a02737f3c9a0" providerId="LiveId" clId="{986302BD-6459-4C29-867C-63AC12F3824C}" dt="2021-02-24T14:38:14.486" v="11" actId="20577"/>
          <ac:spMkLst>
            <pc:docMk/>
            <pc:sldMk cId="2685054212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0DF44-810D-4C2D-8635-EB97E7E0F999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74D6CA-5B07-41E0-A7A1-3547E2676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23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D6CA-5B07-41E0-A7A1-3547E26766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86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3F21281F-5EB7-461A-A18E-F2B2C6076B59}" type="datetime1">
              <a:rPr lang="en-US" smtClean="0"/>
              <a:t>2/24/2021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00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9B55-C88C-4399-A6A9-DB67B7B8CCEE}" type="datetime1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434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E7BD-DA1A-407D-A127-BC704EEF3562}" type="datetime1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99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DDDB-765D-46A2-AF36-FD317EC029B1}" type="datetime1">
              <a:rPr lang="en-US" smtClean="0"/>
              <a:t>2/24/2021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1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E5765-DA65-4641-A4EC-DD77CEBF5FCB}" type="datetime1">
              <a:rPr lang="en-US" smtClean="0"/>
              <a:t>2/24/2021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965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3B3A5-D095-4316-A23B-C97B989ECDC2}" type="datetime1">
              <a:rPr lang="en-US" smtClean="0"/>
              <a:t>2/24/2021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2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D360-8571-4126-BABE-12ED1F7143DD}" type="datetime1">
              <a:rPr lang="en-US" smtClean="0"/>
              <a:t>2/24/2021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70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AF6F-AE9C-4F31-986A-69A07A4CFC91}" type="datetime1">
              <a:rPr lang="en-US" smtClean="0"/>
              <a:t>2/24/2021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5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0025F317-2293-488F-97DA-D7A3179407DC}" type="datetime1">
              <a:rPr lang="en-US" smtClean="0"/>
              <a:t>2/24/2021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129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64DA-A733-40D6-ADA6-9EC513AA24B6}" type="datetime1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09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B3D71-85A6-4948-9175-F5E9465F934D}" type="datetime1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885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977A330F-F00F-4B91-AAEA-DA2925878399}" type="datetime1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9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3" r:id="rId1"/>
    <p:sldLayoutId id="2147484064" r:id="rId2"/>
    <p:sldLayoutId id="2147484065" r:id="rId3"/>
    <p:sldLayoutId id="2147484066" r:id="rId4"/>
    <p:sldLayoutId id="2147484067" r:id="rId5"/>
    <p:sldLayoutId id="2147484068" r:id="rId6"/>
    <p:sldLayoutId id="2147484069" r:id="rId7"/>
    <p:sldLayoutId id="2147484070" r:id="rId8"/>
    <p:sldLayoutId id="2147484071" r:id="rId9"/>
    <p:sldLayoutId id="2147484072" r:id="rId10"/>
    <p:sldLayoutId id="214748407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DB Design mistakes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8038719" cy="1645920"/>
          </a:xfrm>
        </p:spPr>
        <p:txBody>
          <a:bodyPr>
            <a:normAutofit/>
          </a:bodyPr>
          <a:lstStyle/>
          <a:p>
            <a:endParaRPr lang="en-US" sz="2400" b="1" dirty="0">
              <a:solidFill>
                <a:schemeClr val="tx1"/>
              </a:solidFill>
            </a:endParaRPr>
          </a:p>
          <a:p>
            <a:r>
              <a:rPr lang="en-US" sz="2400" b="1" dirty="0">
                <a:solidFill>
                  <a:schemeClr val="tx1"/>
                </a:solidFill>
              </a:rPr>
              <a:t>Management Information Systems</a:t>
            </a:r>
          </a:p>
          <a:p>
            <a:r>
              <a:rPr lang="en-US" sz="2000" dirty="0">
                <a:solidFill>
                  <a:schemeClr val="tx1"/>
                </a:solidFill>
              </a:rPr>
              <a:t>Disha Parkhi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5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495" y="229077"/>
            <a:ext cx="8079581" cy="1213357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552553" y="1863330"/>
            <a:ext cx="4354265" cy="2198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Redundant and incorrect relationships in a database design</a:t>
            </a:r>
          </a:p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+mj-lt"/>
            </a:endParaRPr>
          </a:p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3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083690"/>
          </a:xfrm>
        </p:spPr>
        <p:txBody>
          <a:bodyPr>
            <a:normAutofit/>
          </a:bodyPr>
          <a:lstStyle/>
          <a:p>
            <a:r>
              <a:rPr lang="en-US" dirty="0"/>
              <a:t>Recall the loans database…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29386556"/>
              </p:ext>
            </p:extLst>
          </p:nvPr>
        </p:nvGraphicFramePr>
        <p:xfrm>
          <a:off x="205337" y="2671207"/>
          <a:ext cx="8654744" cy="815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35447" imgH="606147" progId="Visio.Drawing.11">
                  <p:embed/>
                </p:oleObj>
              </mc:Choice>
              <mc:Fallback>
                <p:oleObj r:id="rId2" imgW="6435447" imgH="606147" progId="Visio.Drawing.11">
                  <p:embed/>
                  <p:pic>
                    <p:nvPicPr>
                      <p:cNvPr id="6" name="Content Placeholder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337" y="2671207"/>
                        <a:ext cx="8654744" cy="8155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75846" y="1583223"/>
            <a:ext cx="8476735" cy="3047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just"/>
            <a:r>
              <a:rPr lang="en-US" sz="2400" dirty="0"/>
              <a:t>The following design is </a:t>
            </a:r>
            <a:r>
              <a:rPr lang="en-US" sz="2400" b="1" dirty="0"/>
              <a:t>correct:</a:t>
            </a:r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</p:txBody>
      </p:sp>
    </p:spTree>
    <p:extLst>
      <p:ext uri="{BB962C8B-B14F-4D97-AF65-F5344CB8AC3E}">
        <p14:creationId xmlns:p14="http://schemas.microsoft.com/office/powerpoint/2010/main" val="248224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224" y="295938"/>
            <a:ext cx="8348139" cy="1109837"/>
          </a:xfrm>
        </p:spPr>
        <p:txBody>
          <a:bodyPr>
            <a:normAutofit/>
          </a:bodyPr>
          <a:lstStyle/>
          <a:p>
            <a:r>
              <a:rPr lang="en-US" dirty="0"/>
              <a:t>Adding a redundant relationship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 descr="A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05" y="2632003"/>
            <a:ext cx="8662416" cy="2846832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75846" y="1583223"/>
            <a:ext cx="8476735" cy="4894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just"/>
            <a:r>
              <a:rPr lang="en-US" sz="2400" dirty="0"/>
              <a:t>The following design is </a:t>
            </a:r>
            <a:r>
              <a:rPr lang="en-US" sz="2400" b="1" dirty="0"/>
              <a:t>incorrect:</a:t>
            </a:r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r>
              <a:rPr lang="en-US" sz="2400" i="1" dirty="0"/>
              <a:t>What is the outline that corresponds to the database represented in this ER diagram?</a:t>
            </a:r>
          </a:p>
        </p:txBody>
      </p:sp>
    </p:spTree>
    <p:extLst>
      <p:ext uri="{BB962C8B-B14F-4D97-AF65-F5344CB8AC3E}">
        <p14:creationId xmlns:p14="http://schemas.microsoft.com/office/powerpoint/2010/main" val="4067756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805" y="430085"/>
            <a:ext cx="8727293" cy="1658198"/>
          </a:xfrm>
        </p:spPr>
        <p:txBody>
          <a:bodyPr>
            <a:noAutofit/>
          </a:bodyPr>
          <a:lstStyle/>
          <a:p>
            <a:r>
              <a:rPr lang="en-US" sz="4000" dirty="0"/>
              <a:t>Each relationship makes sense between the pairs of tables, but as a whole the database is incorrect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 descr="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90" y="2995229"/>
            <a:ext cx="8662416" cy="816864"/>
          </a:xfrm>
          <a:prstGeom prst="rect">
            <a:avLst/>
          </a:prstGeom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29409" y="2265973"/>
            <a:ext cx="8044427" cy="4155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just"/>
            <a:r>
              <a:rPr lang="en-US" sz="2400" dirty="0"/>
              <a:t>The following design is </a:t>
            </a:r>
            <a:r>
              <a:rPr lang="en-US" sz="2400" b="1" dirty="0"/>
              <a:t>incorrect:</a:t>
            </a:r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endParaRPr lang="is-IS" sz="2400" dirty="0"/>
          </a:p>
          <a:p>
            <a:pPr algn="just"/>
            <a:r>
              <a:rPr lang="en-US" sz="2400" i="1" dirty="0"/>
              <a:t>What is the outline that corresponds to the database represented in this ER diagram?</a:t>
            </a:r>
          </a:p>
        </p:txBody>
      </p:sp>
      <p:sp>
        <p:nvSpPr>
          <p:cNvPr id="18" name="Line Callout 1 17"/>
          <p:cNvSpPr/>
          <p:nvPr/>
        </p:nvSpPr>
        <p:spPr>
          <a:xfrm>
            <a:off x="625061" y="4315703"/>
            <a:ext cx="7996814" cy="1081646"/>
          </a:xfrm>
          <a:prstGeom prst="borderCallout1">
            <a:avLst>
              <a:gd name="adj1" fmla="val -8708"/>
              <a:gd name="adj2" fmla="val 33317"/>
              <a:gd name="adj3" fmla="val -50779"/>
              <a:gd name="adj4" fmla="val 29032"/>
            </a:avLst>
          </a:prstGeom>
          <a:ln>
            <a:headEnd type="none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600" dirty="0">
                <a:solidFill>
                  <a:schemeClr val="accent1"/>
                </a:solidFill>
              </a:rPr>
              <a:t>Yes, one customer makes many payments, and each payment is made by one customer. But a customer has many loans: given a payment, which loan does it correspond to? This database design cannot answer that question, since cannot relate the information of loans with payments. So it is incorrect.</a:t>
            </a:r>
          </a:p>
        </p:txBody>
      </p:sp>
    </p:spTree>
    <p:extLst>
      <p:ext uri="{BB962C8B-B14F-4D97-AF65-F5344CB8AC3E}">
        <p14:creationId xmlns:p14="http://schemas.microsoft.com/office/powerpoint/2010/main" val="1061720935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2218</TotalTime>
  <Words>156</Words>
  <Application>Microsoft Office PowerPoint</Application>
  <PresentationFormat>On-screen Show (4:3)</PresentationFormat>
  <Paragraphs>44</Paragraphs>
  <Slides>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Metropolitan</vt:lpstr>
      <vt:lpstr>Visio.Drawing.11</vt:lpstr>
      <vt:lpstr>DB Design mistakes</vt:lpstr>
      <vt:lpstr>Outline</vt:lpstr>
      <vt:lpstr>Recall the loans database…</vt:lpstr>
      <vt:lpstr>Adding a redundant relationship</vt:lpstr>
      <vt:lpstr>Each relationship makes sense between the pairs of tables, but as a whole the database is incorrect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1</dc:title>
  <dc:creator>Disha Parkhi</dc:creator>
  <cp:lastModifiedBy>Disha Parkhi</cp:lastModifiedBy>
  <cp:revision>145</cp:revision>
  <dcterms:created xsi:type="dcterms:W3CDTF">2015-04-10T22:20:33Z</dcterms:created>
  <dcterms:modified xsi:type="dcterms:W3CDTF">2021-02-24T14:38:36Z</dcterms:modified>
</cp:coreProperties>
</file>